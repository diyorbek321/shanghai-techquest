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Permissions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DRF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6-oy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23-hafta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Permissions — «sizga bu mumkinmi?». Har kim faqat o'z ma'lumotini o'zgartirsin.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69/96 —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IsAuthenticated va IsAdminUser ni ishlata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permission_classes ni view darajasida sozlay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Custom permission yoza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401 va 403 farqini tushuntira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69/96 —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«Auth 2 (JWT)»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Token authentication, JWT (access/refresh)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(JWT auth sozlab, Postman'da sinash…)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69/96 —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Permission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Ruxsat tekshiruvi.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AllowAny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Hammaga ruxsat.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IsAuthenticated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Faqat login qilganlarga.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IsAdminUser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Faqat staff foydalanuvchilarga.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has_permission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View darajasidagi tekshiruv.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has_object_permission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Aniq obyekt uchun tekshiruv.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69/96 —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401 «siz kimsiz?», 403 «sizga mumkin emas» degani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401 Unauthorized — token yo'q yoki noto'g'ri.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403 Forbidden — kimligingiz ma'lum, lekin ruxsat yo'q.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farq client uchun muhim: 401 → login sahifasi, 403 → xabar.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DRF buni avtomatik to'g'ri qiladi.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401 vs 403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9958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9958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# Token yo'q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06485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06485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GET /api/postlar/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43012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43012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← 401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79539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79539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 {"detail": "Authentication credentials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916066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916066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             were not provided."}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152593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52593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389120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89120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# Token bor, lekin ruxsat yo'q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25647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25647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DELETE /api/postlar/5/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862174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62174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Authorization: Bearer &lt;boshqa foydalanuvchi&gt;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098701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098701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← 403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335228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335228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 {"detail": "You do not have permission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571755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571755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             to perform this action."}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69/96 —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permission_classes — ruxsatni view darajasida belgilaydi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Global standart settings.py da beriladi.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View'da permission_classes bilan ustidan yoziladi.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get_permissions() bilan amalga qarab o'zgartirish mumkin.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Standart holatni «hamma yopiq» qilib qo'yish xavfsizroq.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permissions.py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# settings.py — global standart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0530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0530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4795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4795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DEFAULT_PERMISSION_CLASSES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9059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9059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rest_framework.permissions.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3514956"/>
            <a:ext cx="536736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353324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53324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IsAuthenticated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67589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67589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381853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381853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396118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396118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10382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10382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# views.py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24647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24647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permissions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38912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38912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53176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53176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67441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67441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481705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481705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495970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495970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510235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510235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5379" y="5226708"/>
            <a:ext cx="536736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211683" y="524499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24499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get_permissions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38764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38764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action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list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retrieve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53028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53028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AllowAny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67293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67293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IsAuthenticated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69/96 —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Custom permission — «faqat egasi o'zgartira olsin» qoidasi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BasePermission dan meros olinadi.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has_object_permission — aniq obyekt uchun.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SAFE_METHODS (GET, HEAD, OPTIONS) — o'qish, hammaga ruxsat.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Qolgan metodlar uchun egalikni tekshiramiz.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custom.py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permissions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0530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0530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4795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4795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9059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9059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FaqatEgasi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BasePermission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3324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3324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"""O'qish hammaga, o'zgartirish faqat egasiga."""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7589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7589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81853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81853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has_object_permission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396118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6118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                  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view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obj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379" y="4085540"/>
            <a:ext cx="536736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1683" y="410382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10382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method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SAFE_METHODS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24647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24647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65379" y="4370832"/>
            <a:ext cx="536736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1683" y="438912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38912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obj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user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53176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53176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67441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67441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81705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81705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495970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495970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10235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102350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24499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244996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permission_classes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38764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387642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IsAuthenticatedOrReadOnly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53028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530288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FaqatEgasi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67293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672934"/>
            <a:ext cx="476385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69/96 —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Faqat egasiga ruxsat beruvchi endpoint quramiz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blog/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permissions.py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EgasiYokiFaqatOqish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BasePermission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"""O'qish — hammaga, o'zgartirish — faqat egasiga."""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389114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message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Faqat post egasi 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zgartira oladi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has_object_permission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" y="429690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method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SAFE_METHODS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muallif_id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views.py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EgasiYokiFaqatOqish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select_related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permission_classes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IsAuthenticatedOrReadOnly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EgasiYokiFaqatOqish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perform_create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8952" y="686673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get_queryset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super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get_queryset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58952" y="740775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action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list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message — 403 javobida ko'rinadigan xabar.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11-satr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SAFE_METHODS — GET, HEAD, OPTIONS. O'qish hammaga ochiq.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30-satr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perform_create — muallifni avtomatik qo'yamiz (64-dars). Client uni yubora olmaydi.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34-satr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Ro'yxatda faqat chop etilganlar, lekin batafsilda o'z qoralamangizni ham ko'rasiz.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69/96 —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Token yuborilmagan so'rov qaysi kod oladi?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GET /api/postlar/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permission_classes = [IsAuthenticated]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Authorization header yo'q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401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403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69/96 —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6A6A76"/>
                </a:solidFill>
                <a:latin typeface="DejaVu Sans Mono"/>
              </a:rPr>
              <a:t># 1) Tokensiz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4755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4755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.../api/postlar/1/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-X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DELETE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-i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1094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1094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27433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27433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6A6A76"/>
                </a:solidFill>
                <a:latin typeface="DejaVu Sans Mono"/>
              </a:rPr>
              <a:t># 2) Boshqa foydalanuvchi tokeni bilan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393772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393772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.../api/postlar/1/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-X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DELETE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60111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60111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-H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6EC27A"/>
                </a:solidFill>
                <a:latin typeface="DejaVu Sans Mono"/>
              </a:rPr>
              <a:t>'Authorization: Bearer &lt;boshqa&gt;'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-i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HTTP/1.1 401 Unauthorized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{"detail":"Authentication credentials were not provided."}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HTTP/1.1 403 Forbidden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{"detail":"Faqat post egasi o'zgartira oladi"}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Birinchi holda token yo'q — 401 «siz kimsiz?». Ikkinchisida token bor, server kim ekanini bildi, lekin bu post uniki emas — 403 «sizga mumkin emas».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69/96 —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custom permission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81562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81562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permissions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13869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13869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46176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46176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78483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78483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FaqatEgasi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______________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10790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10790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has_______________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view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obj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143097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143097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method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375404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375404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607711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607711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obj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840018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840018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072325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072325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304632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304632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536939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536939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__________________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FaqatEgasi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Barcha permission'lar meros oladigan class — Base…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Obyekt darajasidagi tekshiruv metodi — has_object_…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O'qish metodlari to'plami — SAFE_…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So'rov yuborgan foydalanuvchi — request.… 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69/96 —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88259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88259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48102"/>
            <a:ext cx="219456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48102"/>
            <a:ext cx="4876641" cy="25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permission_classes = [IsAuthenticated] qo'shing.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IsAuthenticatedOrReadOnly ga o'zgartiring va farqni ko'ring.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FaqatEgasi permission yozib qo'shing.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69/96 —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Endpointni IsAuthenticated bilan himoyalang.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Custom permission yozib, faqat egasiga o'zgartirish ruxsatini bering.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get_permissions() bilan amalga qarab turli ruxsat bering.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69/96 —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has_permission(self, request, view, obj):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has_object_permission(self, request, view, obj):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Obyekt uchun tekshiruv boshqa metodda — nomlar farq qiladi.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return obj.muallif == request.user  # SAFE_METHODS'siz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request.method in SAFE_METHODS: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True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return obj.muallif == request.user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O'qishni ham cheklab qo'ymang, agar bu maqsad bo'lmasa.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serializer.save()  # muallif client'dan keladi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serializer.save(muallif=self.request.user)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Muallifni client yuborishiga yo'l qo'ymang — u boshqa odamning nomidan post yozadi.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69/96 —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401 va 403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SAFE_METHODS nima?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has_object_permission qachon chaqiriladi?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Access token qancha yashaydi?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write_only nima qiladi?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69/96 —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401 — kimligingiz noma'lum. 403 — ma'lum, lekin ruxsat yo'q.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permission_classes view darajasida, has_object_permission obyekt darajasida.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perform_create'da muallifni request.user'dan oling — client'dan emas.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69/96 —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Faqat egasiga ruxsat beruvchi endpoint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68: Auth 2 (JWT)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66: Filtrlash &amp; Pagination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57: Admin panel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Bog'lanishlar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Post javobida kategoriya faqat raqam bo'lib chiqyapti: "kategoriya": 1. Uning nomini ham ko'rsatsak-chi?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69: Permissions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DRF</cp:category>
</cp:coreProperties>
</file>