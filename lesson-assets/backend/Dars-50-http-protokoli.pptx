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HTTP protokoli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Web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HTTP — web'ning tili. Metodlar va status kodlar — backend dasturchining kundalik alifbosi.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HTTP so'rov va javob tuzilishini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GET, POST, PUT, PATCH, DELETE metodlarini farqlay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status kodlarni ma'nosi bilan ayta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Header va body farqini bilasiz.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«Web qanday ishlaydi»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Internet va Web asoslari, client-server modeli, DNS, brauzer va server muloqoti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(Web ishlash sxemasini chizib tushuntirish…)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HyperText Transfer Protocol — web muloqot qoidalari.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 turi: GET, POST, PUT, PATCH, DELETE.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Status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Javob holati raqami: 200, 404, 500.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Qo'shimcha ma'lumot: Content-Type, Authorization.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Body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So'rov/javobning asosiy mazmuni.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Idempotent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necha marta bajarilsa ham natija bir xil.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HTTP so'rov uch qismdan iborat: qator, headerlar,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Birinchi qator: METOD /yo'l HTTP/versiya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Headerlar: qo'shimcha ma'lumot, har biri alohida satrda.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Bo'sh qator — headerlar tugadi degani.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Body: yuborilayotgan ma'lumot (GET'da odatda yo'q).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POST /api/talabalar HTTP/1.1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040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Host: shanghaischool.uz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3814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Content-Type: application/json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588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Authorization: Bearer eyJhbGc...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1363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137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{"ism": "Ali", "yosh": 15}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2686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── JAVOB 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6460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HTTP/1.1 201 Created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0235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Content-Type: application/json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4009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7784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{"id": 42, "ism": "Ali", "yosh": 15}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metod o'z ma'nosiga ega — ularni almashtirmang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 — o'qish. Hech nima o'zgartirmaydi.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POST — yangi yaratish.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PUT — to'liq almashtirish. PATCH — qisman o'zgartirish.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DELETE — o'chirish.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metodlar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GET    /api/talabalar       → hammasini 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365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365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GET    /api/talabalar/5     → bittasini 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447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447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POST   /api/talabalar       → yangi qo'shish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528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528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PUT    /api/talabalar/5     → to'liq almashtirish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609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609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PATCH  /api/talabalar/5     → faqat bir maydonni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691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691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DELETE /api/talabalar/5     → o'chirish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772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772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854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854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# GET hech qachon ma'lumot o'zgartirmasligi kerak!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935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935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# ✗ GET /api/talabalar/5/ochir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GET so'rovlarni brauzer va proksi keshlaydi — shuning uchun ular o'zgartirmasligi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Status kodning birinchi raqami natijaning turini aytadi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2xx — muvaffaqiyat. 200 OK, 201 Created, 204 No Content.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3xx — yo'naltirish. 301 doimiy, 302 vaqtinchalik.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4xx — CLIENT xatosi. 400, 401, 403, 404, 422.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5xx — SERVER xatosi. 500, 502, 503. Bu sizning aybingiz.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status kodlar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02337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02337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200 OK                  — hammasi joyida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84919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84919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201 Created             — yaratildi (POST)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67501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67501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204 No Content          — o'chirildi (DELETE)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50083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50083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32665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32665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400 Bad Request         — noto'g'ri ma'lumot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15247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15247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401 Unauthorized        — kim ekaningiz noma'lum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97829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97829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403 Forbidden           — kimligingiz ma'lum, ruxsat yo'q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80411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80411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404 Not Found           — topilmadi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662993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662993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422 Unprocessable       — validatsiya xatosi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845575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845575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28157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28157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500 Internal Error      — server kodida xato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210739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10739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502 Bad Gateway         — orqadagi server javob bermadi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93321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93321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503 Service Unavailable — server band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Terminal orqali haqiqiy HTTP so'rovlar yuboramiz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1) Oddiy 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102864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2115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https://api.github.com/users/torvalds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7964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43814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2) Faqat headerlar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3578352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6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9664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-I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https://api.github.com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5513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1363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3) Status kodni ko'rish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7212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-o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/dev/null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-w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"%{http_code}\n"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212336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23062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https://api.github.com/yoq-bunday-yol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8912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54761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4) POST bilan JSON yuborish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687824"/>
            <a:ext cx="634575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0611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https://httpbin.org/post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6460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"Content-Type: application/json"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5023104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'{"ism": "Ali", "yosh": 15}'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81600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340096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5) Header qo'shish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498592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https://api.github.com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657088"/>
            <a:ext cx="574224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"Authorization: Bearer TOKEN"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curl — terminaldan HTTP so'rov yuborish vositasi.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-I — faqat headerlarni so'raydi, body'ni emas.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Mavjud bo'lmagan yo'l → 404 qaytadi.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-X POST — metodni ko'rsatadi. -d — body.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Mavjud bo'lmagan sahifa so'ralsa qaysi status kod qaytadi?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GET /bunday-sahifa-yoq HTTP/1.1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59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59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1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-o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/dev/null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-w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6EC27A"/>
                </a:solidFill>
                <a:latin typeface="DejaVu Sans Mono"/>
              </a:rPr>
              <a:t>"%{http_code}\n"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https://api.github.com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87424"/>
            <a:ext cx="219456" cy="159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87424"/>
            <a:ext cx="4876641" cy="159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1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-o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/dev/null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-w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6EC27A"/>
                </a:solidFill>
                <a:latin typeface="DejaVu Sans Mono"/>
              </a:rPr>
              <a:t>"%{http_code}\n"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81" b="0" i="0">
                <a:solidFill>
                  <a:srgbClr val="FFFFFF"/>
                </a:solidFill>
                <a:latin typeface="DejaVu Sans Mono"/>
              </a:rPr>
              <a:t>https://api.github.com/yoq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404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manzil mavjud → 200 OK. Ikkinchisi yo'q → 404 Not Found. 4xx — client xatosi (noto'g'ri manzil so'radi), server aybdor emas.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status kodlarni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 OK                — hammasi joyida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9520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9520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 Created           — yangi resurs yaratildi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6383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6383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 Bad Request       — noto'g'ri ma'lumot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3246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3246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 Unauthorized      — login qilinmagan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0109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90109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 Forbidden         — ruxsat yo'q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6972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6972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 Not Found         — topilmadi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03835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03835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 Internal Error    — server kodida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60698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60698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7561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7561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____ /api/talabalar     — hammasini olish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4424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4424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____ /api/talabalar     — yangi qo'shish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53128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531287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______ /api/talabalar/5 — o'chirish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Muvaffaqiyat 2 bilan, client xatosi 4 bilan, server xatosi 5 bilan boshlanadi.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O'qish metodi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Yaratish metodi — 4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https://api.github.com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-I bayrog'ini qo'shib, faqat headerlarni ko'ring.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Mavjud bo'lmagan yo'l so'rab, 404 ni ko'ring.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httpbin.org ga POST so'rov yuboring.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10 ta status kodning ma'nosini yozib chiqing.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curl bilan 3 xil so'rov yuboring va status kodlarni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Har bir HTTP metod uchun real hayotdan misol keltiring.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GET /api/talabalar/5/ochir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DELETE /api/talabalar/5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GET hech qachon o'zgartirmasligi kerak — u keshlanadi.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 bilan ma'lumot o'qish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GET bilan ma'lumot o'qish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Har metodning o'z ma'nosi bor. Ularni almashtirish chalkashlik keltiradi.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Xato bo'lsa 200 qaytarish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Xato bo'lsa 400 yoki 500 qaytarish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Status kod haqiqatni aytishi kerak — client shunga qarab qaror qiladi.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 va POST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404 nimani anglatadi?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401 va 403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DNS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Client-server modeli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HTTP so'rov: metod + yo'l + headerlar + body.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GET o'qiydi, POST yaratadi, PUT/PATCH o'zgartiradi, DELETE o'chiradi.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2xx muvaffaqiyat, 4xx client xatosi, 5xx server xatosi (sizning aybingiz).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50/96 — HTTP protokoli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10 ta status kod ma'nosini yozib chiqish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49: Web qanday ishlaydi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47: PostgreSQL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38: Branch va merge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REST &amp;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API deb nimani ataydi? Va nima uchun hamma «REST API» deyishadi?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50: HTTP protokoli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Web asoslari</cp:category>
</cp:coreProperties>
</file>