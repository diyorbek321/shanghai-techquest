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Django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56816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5-oy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8064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19-hafta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ORM — SQL yozmasdan baza bilan ishlash. Django'ning eng kuchli qismi.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56/96 — 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QuerySet bilan ma'lumot ola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filter, get, exclude ni to'g'ri tanlay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create, update, delete amallarini bajara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Shell'da so'rovlarni sinab ko'ra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56/96 — 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«Modellar»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Model yaratish, maydonlar (fields). makemigrations, migrate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('Post' yoki 'Mahsulot' modelini yaratish…)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56/96 — 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Object-Relational Mapping — obyekt ↔ jadval ko'prigi.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QuerySet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So'rov natijasi. Dangasa — kerak bo'lganda bajariladi.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all()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Hamma yozuv.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filter()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Shartga mos yozuvlar (QuerySet qaytaradi).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get()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AYNAN BITTA yozuv. Topilmasa/ko'p bo'lsa — xato.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Lookup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field__gte=5 — shart yozish usuli.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56/96 — 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ORM SQL'ni siz uchun yozadi — Python kodida qolasiz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Post.objects.all() → SELECT * FROM post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Post.objects.filter(faol=True) → WHERE faol = true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Natija — Python obyektlari, tuple emas.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SQL injection'dan avtomatik himoyalangan (47-dars).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orm.py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111046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111046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6A6A76"/>
                </a:solidFill>
                <a:latin typeface="DejaVu Sans Mono"/>
              </a:rPr>
              <a:t># SQL                          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293628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293628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6A6A76"/>
                </a:solidFill>
                <a:latin typeface="DejaVu Sans Mono"/>
              </a:rPr>
              <a:t># SELECT * FROM post           Post.objects.all()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476210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476210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6A6A76"/>
                </a:solidFill>
                <a:latin typeface="DejaVu Sans Mono"/>
              </a:rPr>
              <a:t># WHERE chop_etilgan = true    .filter(chop_etilgan=True)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658792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658792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6A6A76"/>
                </a:solidFill>
                <a:latin typeface="DejaVu Sans Mono"/>
              </a:rPr>
              <a:t># ORDER BY yaratilgan DESC     .order_by("-yaratilgan")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841374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841374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6A6A76"/>
                </a:solidFill>
                <a:latin typeface="DejaVu Sans Mono"/>
              </a:rPr>
              <a:t># LIMIT 5                      [:5]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023956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023956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206538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206538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FFFFFF"/>
                </a:solidFill>
                <a:latin typeface="DejaVu Sans Mono"/>
              </a:rPr>
              <a:t>postlar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65379" y="4370832"/>
            <a:ext cx="5367363" cy="182582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211683" y="4389120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389120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objects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65379" y="4553414"/>
            <a:ext cx="5367363" cy="182582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11683" y="4571702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571702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filter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chop_etilgan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12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65379" y="4735996"/>
            <a:ext cx="5367363" cy="182582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211683" y="4754284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754284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order_by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-yaratilgan</a:t>
            </a:r>
            <a:r>
              <a:rPr sz="101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012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4936866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4936866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5119448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5119448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1683" y="5302030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5302030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p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postlar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1683" y="5484612"/>
            <a:ext cx="219456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9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2579" y="5484612"/>
            <a:ext cx="4763859" cy="182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1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p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12" b="0" i="0">
                <a:solidFill>
                  <a:srgbClr val="FFFFFF"/>
                </a:solidFill>
                <a:latin typeface="DejaVu Sans Mono"/>
              </a:rPr>
              <a:t>sarlavha</a:t>
            </a:r>
            <a:r>
              <a:rPr sz="101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56/96 — 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filter ro'yxat, get esa bitta obyekt qaytaradi — bu farq muhim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filter() — 0, 1 yoki ko'p natija. QuerySet qaytaradi.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get() — AYNAN 1 ta. Topilmasa DoesNotExist, ko'p bo'lsa MultipleObjectsReturned.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get() ni try/except bilan o'rang yoki get_object_or_404 ishlating.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exclude() — filter'ning teskarisi.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filter_get.py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6A6A76"/>
                </a:solidFill>
                <a:latin typeface="DejaVu Sans Mono"/>
              </a:rPr>
              <a:t># filter — har doim QuerySet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4096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4096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postlar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filter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chop_etilgan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31927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31927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postlar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    </a:t>
            </a:r>
            <a:r>
              <a:rPr sz="988" b="0" i="0">
                <a:solidFill>
                  <a:srgbClr val="6A6A76"/>
                </a:solidFill>
                <a:latin typeface="DejaVu Sans Mono"/>
              </a:rPr>
              <a:t># 0, 1 yoki ko'p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9758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9758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67588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67588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6A6A76"/>
                </a:solidFill>
                <a:latin typeface="DejaVu Sans Mono"/>
              </a:rPr>
              <a:t># get — aynan bitta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85419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85419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try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65379" y="4014216"/>
            <a:ext cx="536736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1683" y="403250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03250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id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21081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21081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except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DoesNotExist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38912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38912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None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56742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56742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74573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74573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6A6A76"/>
                </a:solidFill>
                <a:latin typeface="DejaVu Sans Mono"/>
              </a:rPr>
              <a:t># Django yordamchisi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492404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492404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shortcuts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get_object_or_404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65379" y="5084064"/>
            <a:ext cx="536736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11683" y="510235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10235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get_object_or_404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id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28066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28066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45896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45896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6A6A76"/>
                </a:solidFill>
                <a:latin typeface="DejaVu Sans Mono"/>
              </a:rPr>
              <a:t># exclude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63727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63727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qoralamalar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exclude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chop_etilgan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56/96 — 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Lookup'lar — ikki pastki chiziq bilan yoziladigan shartlar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__gte, __lte — katta/kichik yoki teng.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__contains, __icontains — ichida bor (i = katta-kichiksiz).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__in — ro'yxatdan biri.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__isnull, __startswith, bog'lanish bo'ylab: kategoriya__nom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lookup.py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140256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140256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filter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yosh__gte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54" b="0" i="0">
                <a:solidFill>
                  <a:srgbClr val="C9A961"/>
                </a:solidFill>
                <a:latin typeface="DejaVu Sans Mono"/>
              </a:rPr>
              <a:t>18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348400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348400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filter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sarlavha__icontains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django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556544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556544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filter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id__in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154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764688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764688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filter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yaratilgan__year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54" b="0" i="0">
                <a:solidFill>
                  <a:srgbClr val="C9A961"/>
                </a:solidFill>
                <a:latin typeface="DejaVu Sans Mono"/>
              </a:rPr>
              <a:t>2026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972832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972832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filter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rasm__isnull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54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180976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180976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389120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389120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# Bog'lanish bo'ylab (JOIN)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65379" y="4578976"/>
            <a:ext cx="5367363" cy="20814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211683" y="4597264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597264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filter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kategoriya__nom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Texnologiya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805408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805408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5013552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5013552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# Teskari bog'lanish (related_name)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65379" y="5203408"/>
            <a:ext cx="5367363" cy="20814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11683" y="5221696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221696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FFFFFF"/>
                </a:solidFill>
                <a:latin typeface="DejaVu Sans Mono"/>
              </a:rPr>
              <a:t>kat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Kategoriya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IT</a:t>
            </a:r>
            <a:r>
              <a:rPr sz="11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429840"/>
            <a:ext cx="219456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429840"/>
            <a:ext cx="4763859" cy="20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4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kat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postlar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54" b="0" i="0">
                <a:solidFill>
                  <a:srgbClr val="FFFFFF"/>
                </a:solidFill>
                <a:latin typeface="DejaVu Sans Mono"/>
              </a:rPr>
              <a:t>count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56/96 — 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Shell'da ORM so'rovlarini sinab ko'ramiz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python manage.py shell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blog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Kategoriya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1) CREATE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" y="335013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kat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Kategoriya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create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Texnologiya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create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sarlavha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Django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ga kirish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matn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Django — Python framework...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kategoriya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kat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chop_etilgan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2) READ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count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filter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chop_etilgan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filter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sarlavha__icontains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django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3) UPDATE — bitta obyekt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8952" y="551419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sarlavha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Django asoslari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save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3b) UPDATE — ko'p obyekt (tezroq)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8952" y="605521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filter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chop_etilgan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False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update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chop_etilgan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4) DELETE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filter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id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99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delete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58952" y="686673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5) Bog'lanish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kat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kategoriya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4-satr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create() — yaratadi VA saqlaydi. Bir qadamda.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20-satr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save() — obyektni o'zgartirgandan keyin SHART. Bo'lmasa bazaga yozilmaydi.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24-satr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update() — bir so'rovda ko'p qatorni o'zgartiradi. save() dan tezroq.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30-satr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kat.postlar — related_name tufayli ishlaydi (55-dars).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56/96 — 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Post.objects.get(id=999) — bunday post yo'q. Nima bo'ladi?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999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None qaytadi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Bo'sh QuerySet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DoesNotExist xatosi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0 qaytadi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56/96 — 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53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53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6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filter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6" b="0" i="0">
                <a:solidFill>
                  <a:srgbClr val="7AB8E0"/>
                </a:solidFill>
                <a:latin typeface="DejaVu Sans Mono"/>
              </a:rPr>
              <a:t>id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06" b="0" i="0">
                <a:solidFill>
                  <a:srgbClr val="C9A961"/>
                </a:solidFill>
                <a:latin typeface="DejaVu Sans Mono"/>
              </a:rPr>
              <a:t>999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82072"/>
            <a:ext cx="219456" cy="253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82072"/>
            <a:ext cx="4876641" cy="253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6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filter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6" b="0" i="0">
                <a:solidFill>
                  <a:srgbClr val="7AB8E0"/>
                </a:solidFill>
                <a:latin typeface="DejaVu Sans Mono"/>
              </a:rPr>
              <a:t>id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06" b="0" i="0">
                <a:solidFill>
                  <a:srgbClr val="C9A961"/>
                </a:solidFill>
                <a:latin typeface="DejaVu Sans Mono"/>
              </a:rPr>
              <a:t>999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count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35728"/>
            <a:ext cx="219456" cy="253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35728"/>
            <a:ext cx="4876641" cy="253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6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6" b="0" i="0">
                <a:solidFill>
                  <a:srgbClr val="7AB8E0"/>
                </a:solidFill>
                <a:latin typeface="DejaVu Sans Mono"/>
              </a:rPr>
              <a:t>id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06" b="0" i="0">
                <a:solidFill>
                  <a:srgbClr val="C9A961"/>
                </a:solidFill>
                <a:latin typeface="DejaVu Sans Mono"/>
              </a:rPr>
              <a:t>999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&lt;QuerySet []&gt;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0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blog.models.Post.DoesNotExist: Post matching query does not exist.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filter() topmasa bo'sh QuerySet qaytaradi — xato yo'q. get() esa AYNAN bittani kutadi va topmasa xato ko'taradi. Shuning uchun get() ni try/except yoki get_object_or_404 bilan ishlating.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56/96 — 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AB8E0"/>
                </a:solidFill>
                <a:latin typeface="Montserrat"/>
              </a:rPr>
              <a:t>I — INVESTIGATE ·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Kodni qism-qismga ajratib tushunamiz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tahlil qilamiz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sarlavha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Yangi sarlavha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p.save() yozilmadi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sarlavha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2487168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60889" y="2487168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1513" y="2487168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Oxirgi satr eski sarlavhani chiqaradimi yoki yangisini?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41433" y="3403854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60889" y="3403854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1513" y="3403854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Nima uchun? Qaysi qadam unutildi?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4320540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60889" y="4320540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1513" y="4320540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update() bilan yozsak save() kerak bo'ladimi?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41433" y="5237226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60889" y="5237226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81513" y="5237226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Bu qaysi darsdagi commit() muammosiga o'xshaydi?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56/96 — 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ORM so'rovlari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7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7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6A6A76"/>
                </a:solidFill>
                <a:latin typeface="DejaVu Sans Mono"/>
              </a:rPr>
              <a:t># Hammasi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64478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64478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366299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366299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568120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568120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6A6A76"/>
                </a:solidFill>
                <a:latin typeface="DejaVu Sans Mono"/>
              </a:rPr>
              <a:t># Shartga mos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769941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769941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chop_etilgan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19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971762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971762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173583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173583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6A6A76"/>
                </a:solidFill>
                <a:latin typeface="DejaVu Sans Mono"/>
              </a:rPr>
              <a:t># Bitta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375404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375404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7AB8E0"/>
                </a:solidFill>
                <a:latin typeface="DejaVu Sans Mono"/>
              </a:rPr>
              <a:t>id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19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577225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577225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779046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779046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6A6A76"/>
                </a:solidFill>
                <a:latin typeface="DejaVu Sans Mono"/>
              </a:rPr>
              <a:t># Ichida bor (katta-kichiksiz)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980867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980867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filter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sarlavha_________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django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182688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182688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384509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5384509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6A6A76"/>
                </a:solidFill>
                <a:latin typeface="DejaVu Sans Mono"/>
              </a:rPr>
              <a:t># Yaratish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5586330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5586330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sarlavha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Yangi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matn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...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Hamma yozuvni beradigan metod — 3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Shartga mos yozuvlar — 6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Aynan bittasi — 3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Ichida bor + katta-kichiksiz — 2 pastki chiziq bilan boshlanadi.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56/96 — 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postlar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Faqat chop etilganlarni filtrlang.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Yaratilgan vaqt bo'yicha kamayish tartibida joylang.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Birinchi 5 tasini oling.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56/96 — 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Shell'da 3 ta obyekt yarating (create bilan).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filter, get, exclude bilan 5 xil so'rov yozing.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ORM orqali 10 ta amaliy so'rov yozing: lookup'lar, bog'lanishlar, update va delete bilan.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56/96 — 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p.sarlavha = "Yangi"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save() yo'q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p.sarlavha = "Yangi"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p.save()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save()'siz o'zgarish bazaga yozilmaydi (46-darsdagi commit kabi).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Post.objects.get(chop_etilgan=True)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Post.objects.filter(chop_etilgan=True)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Bir nechta natija bo'lsa get() MultipleObjectsReturned beradi.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for p in Post.objects.all():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print(p.kategoriya.nom)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for p in Post.objects.select_related('kategoriya'):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print(p.kategoriya.nom)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N+1 muammosi: har post uchun alohida so'rov ketadi. select_related bitta JOIN qiladi.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56/96 — 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filter va get farqi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save() nima uchun kerak?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__icontains nima qiladi?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makemigrations nima qiladi?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55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View nima qaytaradi?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54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56/96 — 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ORM SQL'ni siz uchun yozadi. Natija — Python obyektlari.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filter() → QuerySet (0, 1 yoki ko'p). get() → aynan bitta, topmasa xato.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Obyektni o'zgartirgandan keyin save() SHART.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56/96 — 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ORM orqali 10 ta amaliy so'rov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55: Modellar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53: App va Routing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44: Guruhlash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Admin panel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Ma'lumot qo'shish uchun har safar shell ochamizmi? Django'da tayyor boshqaruv paneli bormi?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56: ORM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Django</cp:category>
</cp:coreProperties>
</file>