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Git asoslari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Git &amp; GitHub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13-hafta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Git — kodingizning vaqt mashinasi. Har o'zgarishni saqlaydi va istalgan nuqtaga qaytaradi.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Versiya nazorati nima uchun kerakligini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git init, add, commit, status, log buyruqlarini ishlata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Staging area (indeks) tushunchasini tushuntira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Yaxshi commit xabari yoza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«OOP loyiha»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MINI-LOYIHA: OOP asosidagi Bank yoki Kutubxona boshqaruv tizimi (CLI)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(Loyihani yakunlab GitHub'ga tayyorlash…)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 + uning butun tarixi. Qisqacha «repo».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Saqlangan holat. Vaqt chizig'idagi nuqta.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Staging 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Commit'ga tayyorlanayotgan o'zgarishlar zonasi.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git add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Fayllarni staging'ga qo'shadi.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git commit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Staging'dagini tarixga yozadi.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Hozir qayerda turganingiz.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Git kodingizning har holatini saqlaydi — hech nima yo'qolmaydi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«loyiha_final_2_oxirgi.py» — bu muammoni Git hal qiladi.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commit — kodning to'liq suratini saqlaydi.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Istalgan eski holatga bir buyruq bilan qaytish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Kim, qachon, nima uchun o'zgartirganini ko'rish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Loyiha papkasida bir marta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365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365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init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447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447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528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528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Sozlash (bir marta, butun kompyuter uchun)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609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609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config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--global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user.name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"Ismingiz"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691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691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config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--global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user.email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"email@example.com"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772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772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8542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8542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Holatni ko'rish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9356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9356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Fayl uch bosqichdan o'tadi: ish papkasi → staging → tarix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1) Faylni tahrirlaysiz — «modified».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2) git add — «staged», commit'ga tayyor.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3) git commit — tarixga yozildi.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Nima uchun staging? Faqat kerakli o'zgarishni commit qilish uchun.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Bitta fayl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11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11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main.py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1386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1386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0659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0659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Hammasi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993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993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920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920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48476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48476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7749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7749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"feat: kalkulyator funksiyasi qo'shildi"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702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702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629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629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Tarixni ko'rish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5566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5566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log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--oneline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git add . — hammasini qo'shadi. Ehtiyot bo'ling: keraksiz fayllar ham kirib ketishi mumkin.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Commit xabari NIMA qilinganini emas, NIMA UCHUN qilinganini aytishi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❌ «o'zgarish», «fix», «asdf» — hech nima aytmaydi.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✅ «feat: login formasi qo'shildi» — aniq.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Conventional Commits: feat, fix, refactor, docs, test, chore.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Format: &lt;tur&gt;: &lt;qisqa tavsif&gt; — 50 belgigacha.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✗ Yomon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11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11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"update"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1386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1386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"ishladi nihoyat"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0659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0659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993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993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✓ Yaxshi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920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920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"feat: foydalanuvchi ro'yxati qo'shildi"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48476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48476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"fix: bo'sh input xatosi tuzatildi"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7749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7749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"docs: README yangilandi"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Loyihani Git bilan boshqarishni boshdan oxir ko'ramiz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Repozitoriy yaratamiz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mening_loyiham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21487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.gitignore yozamiz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362063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echo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".venv/"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.gitignore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echo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"__pycache__/"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&gt;&gt;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.gitignore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Birinchi commit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"chore: loyiha boshlandi"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Kod yozdik — holatni ko'ramiz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" y="483792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diff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5) Saqlaymiz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main.py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" y="537894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"feat: kalkulyator qo'shildi"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6) Tarix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--oneline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init — bir marta bajariladi. .git papkasi yaratiladi.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.gitignore avval yozilsin — keraksiz fayl tarixga tushmasin.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15-satr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git diff — nima o'zgarganini aniq ko'rsatadi.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19-satr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Har mantiqiy qadamdan keyin commit qiling — kunning oxirida emas.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git add qilinmagan fayl commit'ga tushadimi?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main.py tahrirlandi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git add qilinmadi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"yangilandi"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Ha, tushadi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Yo'q, tushmaydi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Avtomatik add qiladi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Changes not staged for commit: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       modified:   main.py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Changes to be committed: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       modified:   main.py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add dan oldin fayl «not staged» edi — commit'ga tushmasdi. add dan keyin «to be committed» bo'ldi. Staging area — commit'ga tayyorgarlik zonasi.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birinchi commit qiling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                    </a:t>
            </a:r>
            <a:r>
              <a:rPr sz="1337" b="0" i="0">
                <a:solidFill>
                  <a:srgbClr val="6A6A76"/>
                </a:solidFill>
                <a:latin typeface="DejaVu Sans Mono"/>
              </a:rPr>
              <a:t># repozitoriy yaratish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9658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9658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10900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10900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                   </a:t>
            </a:r>
            <a:r>
              <a:rPr sz="1337" b="0" i="0">
                <a:solidFill>
                  <a:srgbClr val="6A6A76"/>
                </a:solidFill>
                <a:latin typeface="DejaVu Sans Mono"/>
              </a:rPr>
              <a:t># hamma faylni qo'shish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52142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52142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93384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93384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6EC27A"/>
                </a:solidFill>
                <a:latin typeface="DejaVu Sans Mono"/>
              </a:rPr>
              <a:t>"chore: boshlandi"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34626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34626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75868"/>
            <a:ext cx="219456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75868"/>
            <a:ext cx="5742249" cy="241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7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--oneline</a:t>
            </a:r>
            <a:r>
              <a:rPr sz="1337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337" b="0" i="0">
                <a:solidFill>
                  <a:srgbClr val="6A6A76"/>
                </a:solidFill>
                <a:latin typeface="DejaVu Sans Mono"/>
              </a:rPr>
              <a:t># tarixni ko'rish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yangi repozitoriy yaratadi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staging'ga qo'shadi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tarixga yozadi.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4-bo'sh joy: tarixni ko'rsatadi — 3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Loyihani Git'ga joylashtirish — buyruqlarni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git add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fayllarni qo'shish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git init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repozitoriy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echo ".venv/" &gt; .gitignore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keraksizni istisno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git commit -m "chore: loyiha boshlandi"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saqlash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git log --oneline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"update"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Commit xabarini Conventional Commits shaklida qayta yozing.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bitta faylni add qiling.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git log --oneline bilan tarixni tekshiring.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Loyihangizda git init qilib, birinchi commit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3 ta o'zgarish kiritib, har biriga alohida commit qiling.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5 ta commit yozing — hammasi Conventional Commits shaklida.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commit -m "x"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add qilinmagan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add 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commit -m "..."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add qilinmagan o'zgarish commit'ga tushmaydi.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add 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.venv ham qo'shildi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echo ".venv/" &gt; .gitignore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add 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.gitignore avval yozilsin — aks holda keraksiz fayllar tarixga tushadi.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commit "xabar"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commit -m "xabar"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-m bayrog'i shart. Aks holda muharrir ochiladi.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git add nima qiladi?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Staging area nimaga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Yaxshi commit xabari qanday bo'ladi?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@dataclass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PEP 8 da class nomi qanday yoziladi?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git init → git add → git commit. Har mantiqiy qadamdan keyin commit qiling.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Staging area — commit'ga nimani kiritishni tanlash imkoni.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Commit xabari: «feat: nima qo'shildi» — nima uchun qilinganini ayting.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37/96 — Git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Loyihani Git bilan boshqarish (5 ta commit)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36: OOP loyiha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34: Virtual muhit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25: Class va Object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Branch va merge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Yangi funksiya yozmoqchisiz, lekin ishlaydigan kodni buzishdan qo'rqasiz. Parallel «yo'nalish» yaratsa bo'lmaydimi?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37: Git asoslari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Git &amp; GitHub</cp:category>
</cp:coreProperties>
</file>