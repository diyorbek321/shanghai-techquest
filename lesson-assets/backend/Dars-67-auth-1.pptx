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Auth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Autentifikatsiya — «siz kimsiz?». Ro'yxatdan o'tish va kirish endpointlarini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 User modelini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Ro'yxatdan o'tish (register) endpointini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Parolni to'g'ri (xeshlangan) saqlay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Login endpointini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«Filtrlash &amp; Pagination»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Pagination, filtering, search, ordering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(API'ga qidiruv va sahifalash qo'shish…)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Django'ning tayyor foydalanuvchi modeli.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Kimligini aniqlash: «siz kimsiz?»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Ruxsatni tekshirish: «sizga mumkinmi?»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Hashing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Parolni qaytarib bo'lmaydigan shaklga o'girish.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set_password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Parolni to'g'ri xeshlab saqlaydi.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write_only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Maydon faqat kirishda, javobda ko'rinmaydi.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Parol HECH QACHON ochiq saqlanmaydi — faqat xeshi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 o'g'irlansa ham parollar o'qib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set_password() — Django parolni xeshlab qo'yadi.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check_password() — tekshiradi.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User.objects.create(password=…) — XATO! Ochiq saqlaydi.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parol.py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✗ XATO — parol ochiq saqlanadi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419856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✓ TO'G'RI — xeshlanadi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05384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yoki qo'lda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5379" y="484632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set_password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pbkdf2_sha256$720000$xY9...  ← xesh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check_password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Register serializer'ida parol write_only bo'lishi shart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write_only=True — parol javobda QAYTMAYDI.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create() ni override qilib create_user() chaqiriladi.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Parol uzunligi va murakkabligini tekshiring.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Email unikal bo'lishini ta'minlang.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serializers.py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RegisterSerializer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35908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min_length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email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526237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authenticate() login va parolni tekshiradi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authenticate(username=…, password=…) → User yoki None.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None qaytsa — login yoki parol xato.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«Login xato» yoki «parol xato» demang — «login yoki parol xato» deng.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hujumchiga qaysi login mavjudligini aytmaydi.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login.py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authenticate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0530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decorators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api_view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4795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9059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3324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7589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1853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C9A961"/>
                </a:solidFill>
                <a:latin typeface="DejaVu Sans Mono"/>
              </a:rPr>
              <a:t>@api_view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6118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login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085540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0382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authenticate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24647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8912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53176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67441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81705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95970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65379" y="5084062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1683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0235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xato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Login yoki parol xato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4499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HTTP_401_UNAUTHORIZED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8764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028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293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     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Register va login endpointlarini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hisob/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serializers.py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password_validation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validate_password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validators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validate_password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password2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email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password2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!=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password2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password2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Parollar mos kelmadi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password2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generics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generics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RegisterSerializer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validate_password — Django'ning tayyor tekshiruvi: uzunlik, oddiylik, raqamlilik.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validate() — ikki maydon o'zaro bog'liq bo'lganda (65-dars).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password2 modelda yo'q — saqlashdan oldin olib tashlaymiz.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AllowAny — ro'yxatdan o'tish uchun login talab qilinmaydi (albatta).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User.objects.create(password="12345")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27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27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56186"/>
            <a:ext cx="219456" cy="227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56186"/>
            <a:ext cx="5525847" cy="227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63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12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Xeshlangan parol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«12345» — OCHIQ saqlaydi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FFFFFF"/>
                </a:solidFill>
                <a:latin typeface="DejaVu Sans Mono"/>
              </a:rPr>
              <a:t>u1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03064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03064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FFFFFF"/>
                </a:solidFill>
                <a:latin typeface="DejaVu Sans Mono"/>
              </a:rPr>
              <a:t>u2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77712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77712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52360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52360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u1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27008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27008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u2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01656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01656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u1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check_password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6304"/>
            <a:ext cx="219456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6304"/>
            <a:ext cx="4876641" cy="17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u2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68" b="0" i="0">
                <a:solidFill>
                  <a:srgbClr val="FFFFFF"/>
                </a:solidFill>
                <a:latin typeface="DejaVu Sans Mono"/>
              </a:rPr>
              <a:t>check_password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9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12345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pbkdf2_sha256$870000$K3nZ...$hQ2p...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False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True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create() parolni OCHIQ saqladi — baza o'g'irlansa hamma parol ko'rinadi. Va check_password ham ishlamadi. create_user() esa to'g'ri xeshladi.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register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7500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7500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RegisterSerializer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9508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9508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1516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1516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min_length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0" b="0" i="0">
                <a:solidFill>
                  <a:srgbClr val="C9A961"/>
                </a:solidFill>
                <a:latin typeface="DejaVu Sans Mono"/>
              </a:rPr>
              <a:t>8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3524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3524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5532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5532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9548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9548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email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1556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1556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3564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3564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5572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5572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___________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validated_data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Parol javobda ko'rinmasligi uchun — write_…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Django'ning tayyor foydalanuvchi modeli.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Serializer'da yaratish metodi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Parolni xeshlab yaratadigan metod — create_…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RegisterSerializer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25704"/>
            <a:ext cx="219456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25704"/>
            <a:ext cx="4876641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9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22992"/>
            <a:ext cx="219456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22992"/>
            <a:ext cx="4876641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20280"/>
            <a:ext cx="219456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20280"/>
            <a:ext cx="4876641" cy="197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username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9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109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93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password ni write_only qiling.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create() ni override qilib create_user() chaqiring.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password2 (tasdiqlash) maydonini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Register endpointini yozing va Postman'da sinang.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Login endpointini yozing (authenticate bilan).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Parol tasdiqlash va murakkablik tekshiruvini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User.objects.create(password="12345")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User.objects.create_user(password="12345")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create() parolni ochiq saqlaydi — jiddiy xavfsizlik muammosi.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fields = ["username", "password"]  # write_only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password = serializers.CharField(write_only=True)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write_only'siz parol xeshi javobda qaytadi.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Response({"xato": "Bunday login yo'q"})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Response({"xato": "Login yoki parol xato"})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Qaysi biri xato ekanini aytmang — hujumchi loginlarni topib oladi.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Parol qanday saqlanadi?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write_only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Authentication va authorization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Pagination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partial=True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Parol HECH QACHON ochiq saqlanmaydi. create_user() yoki set_password() ishlating.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Register serializer'ida parol write_only=True bo'lishi shart.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Login xatosida qaysi biri noto'g'ri ekanini aytmang.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67/96 — Auth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Register/login API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66: Filtrlash &amp; Pagination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64: CRUD API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55: Modellar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Auth 2 (JWT)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Login qildik. Lekin keyingi so'rovda server bizni yana tanimaydi (stateless!). Buni qanday hal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67: Auth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