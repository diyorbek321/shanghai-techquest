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Template — HTML shablon. Ma'lumotni chiroyli ko'rsatishning Django yo'li.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render() bilan shablon qaytara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{{ }} va {% %} sintaksisini ishlata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Template merosi (extends) bilan takrorlanishni yo'q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Static fayllarni (CSS, JS) ulay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«Admin panel»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createsuperuser, admin panel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(Admin paneldan ma'lumot qo'shish/tahrirlash…)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HTML shablon. O'zgaruvchi va mantiq qo'shsa bo'ladi.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render()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Shablonni ma'lumot bilan to'ldirib javob qaytaradi.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Shablonga uzatiladigan ma'lumot (dict).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{{ 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O'zgaruvchini chiqarish.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{% %}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Mantiq: if, for, extends, block.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{% extends %}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 shablondan meros olish.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render() shablonni ma'lumot bilan to'ldirib javob qaytaradi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Shablon fayli app/templates/app_nomi/ ichida turadi.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Ichma-ich papka — turli app'lardagi bir xil nomlar to'qnashmasligi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render(request, "yo'l", context)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Context — shablonga uzatiladigan dict.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views.py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327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327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blog/views.py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254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254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182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182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109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109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36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36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963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963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563557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5818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5818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blog/postlar.html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756282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77457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77457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Blog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96729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96729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160020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160020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Fayl joylashuvi: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52745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52745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blog/templates/blog/postlar.html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{{ }} qiymat chiqaradi, {% %} mantiqni bajaradi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{{ post.sarlavha }} — nuqta bilan atributga murojaat.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{% for %} … {% endfor %} — sikl. Yopish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{% if %} … {% else %} … {% endif %} —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Filtrlar: {{ matn|upper }}, {{ sana|date:"d.m.Y"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postlar.html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&lt;h1&gt;{{ sarlavha }}&lt;/h1&gt;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{% if postlar %}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&lt;ul&gt;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{% for post in postlar %}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&lt;li&gt;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&lt;a href="{% url 'post' post.id %}"&gt;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{{ post.sarlavha|title 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&lt;/a&gt;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&lt;small&gt;{{ post.yaratilgan|date:'d.m.Y' }}&lt;/small&gt;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&lt;/li&gt;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{% endfor %}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&lt;/ul&gt;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{% else %}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&lt;p&gt;Hozircha post yo'q&lt;/p&gt;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{% endif %}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extends bilan umumiy qismni bir marta yozamiz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base.html — umumiy skelet (header, footer, CSS).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{% block %} — bola shablon to'ldiradigan joy.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{% extends %} — birinchi satrda bo'lishi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HTML uchun DRY tamoyili (16-dars).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&lt;!-- base.html --&gt;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load static %}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&lt;!DOCTYPE html&gt;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&lt;html&gt;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&lt;head&gt;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&lt;title&gt;{% block title %}Blog{% endblock %}&lt;/title&gt;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&lt;link rel="stylesheet"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href="{% static 'css/style.css' %}"&gt;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&lt;/head&gt;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&lt;body&gt;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&lt;header&gt;Shanghai School Blog&lt;/header&gt;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5379" y="443216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{% block content %}{% endblock %}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&lt;footer&gt;&amp;copy; 2026&lt;/footer&gt;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&lt;/body&gt;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&lt;/html&gt;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&lt;!-- postlar.html --&gt;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65379" y="5243686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extends 'blog/base.html' %}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block title %}Postlar{% endblock %}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block content %}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&lt;h1&gt;Barcha postlar&lt;/h1&gt;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endblock %}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Ma'lumotni chiroyli ko'rsatuvchi sahifani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blog/templates/blog/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&lt;!-- base.html --&gt;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07962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load static %}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&lt;!DOCTYPE html&gt;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&lt;html lang="uz"&gt;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&lt;head&gt;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&lt;meta charset="utf-8"&gt;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&lt;title&gt;{% block title %}Blog{% endblock %}&lt;/title&gt;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&lt;link rel="stylesheet" href="{% static 'css/style.css' %}"&gt;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&lt;/head&gt;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&lt;body&gt;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&lt;nav&gt;&lt;a href="/"&gt;Bosh sahifa&lt;/a&gt;&lt;/nav&gt;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&lt;main&gt;{% block content %}{% endblock %}&lt;/main&gt;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&lt;/body&gt;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&lt;/html&gt;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&lt;!-- postlar.html --&gt;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extends 'blog/base.html' %}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24368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block title %}Barcha postlar{% endblock %}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block content %}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&lt;h1&gt;Postlar ({{ postlar|length }})&lt;/h1&gt;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{% for post in postlar %}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&lt;article&gt;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&lt;h2&gt;{{ post.sarlavha }}&lt;/h2&gt;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" y="646097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&lt;p&gt;{{ post.matn|truncatewords:30 }}&lt;/p&gt;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&lt;small&gt;{{ post.kategoriya.nom }} 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{{ post.yaratilgan|date:'d.m.Y' }}&lt;/small&gt;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&lt;/article&gt;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{% empty %}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8952" y="713724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&lt;p&gt;Hozircha post yo'q.&lt;/p&gt;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{% endfor %}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{% endblock %}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{% load static %} — static teg ishlashi uchun SHART.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{% extends %} birinchi satrda bo'lishi kerak.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27-satr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truncatewords:30 — matnni 30 so'zga qisqartiradi.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32-satr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{% empty %} — ro'yxat bo'sh bo'lsa. if yozish shart 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Shablonda {% for %} yopilmasa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{% for post in postlar %}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&lt;li&gt;{{ post.sarlavha }}&lt;/li&gt;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&lt;!-- endfor yozilmadi 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Ishlaydi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TemplateSyntaxError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Bo'sh sahifa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1 element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3292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3292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render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blog/postlar.html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38168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38168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43044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43044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47920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47920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6A6A76"/>
                </a:solidFill>
                <a:latin typeface="DejaVu Sans Mono"/>
              </a:rPr>
              <a:t># postlar.html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52796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52796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6A6A76"/>
                </a:solidFill>
                <a:latin typeface="DejaVu Sans Mono"/>
              </a:rPr>
              <a:t># {% for p in postlar %}{{ p.sarlavha }}{% endfor %}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Django'ga kirish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ORM asoslari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Template tili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View context'da postlar QuerySet'ini uzatdi. Shablon {% for %} bilan aylanib, har birining sarlavhasini chiqardi. HTML brauzerga qaytdi.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shablon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{% _______ 'blog/base.html' %}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{% _____ content %}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&lt;h1&gt;{{ ________ }}&lt;/h1&gt;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{% ___ post __ postlar %}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&lt;li&gt;{{ post._________ }}&lt;/li&gt;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{% ________ %}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{% __________ %}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Meros oladigan teg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To'ldiriladigan joy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Sikl teglari Python'dagi kabi.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Har ochilgan blok yopilishi shart: end…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{% for post in postlar %}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{{ post.sarlavha 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{% endfor %}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Sanani ham chiqaring (date filtri bilan).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{% empty %} qo'shing — ro'yxat bo'sh bo'lsa xabar chiqsin.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base.html yaratib, extends bilan ulang.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render() bilan oddiy shablon qaytaring.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Postlar ro'yxatini {% for %} bilan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base.html yaratib, 2 ta sahifani undan meros oling va CSS ulang.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{% for p in postlar %}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&lt;!-- endfor yo'q --&gt;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{% for p in postlar %}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{% endfor %}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Har blok teg yopilishi shart — TemplateSyntaxError.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&lt;img src="{% static 'x.png' %}"&gt;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&lt;!-- load static yo'q --&gt;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{% load static %}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&lt;img src="{% static 'x.png' %}"&gt;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{% load static %} yozilmasa static teg tanilmaydi.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{{ post.yaratilgan }}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{{ post.yaratilgan|date:'d.m.Y' 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Filtrsiz sana texnik ko'rinishda chiqadi.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render() nima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{{ }} va {% %}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{% extends %} nimaga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admin.py da nima qilinadi?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QuerySet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render(request, "app/fayl.html", context) — shablonni to'ldirib qaytaradi.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{{ }} qiymat chiqaradi, {% %} mantiq bajaradi. Har blok yopiladi.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base.html + {% extends %} + {% block %} — HTML uchun DRY.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58/96 —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Ma'lumotni chiroyli ko'rsatuvchi sahifa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57: Admin panel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55: Modellar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46: SQLite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Foydalanuvchi ma'lumot yubormoqchi. Forma yasab, uni qanday qabul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58: Templates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