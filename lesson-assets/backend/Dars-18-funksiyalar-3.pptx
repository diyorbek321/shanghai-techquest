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Funksiyalar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chuqurroq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*args, **kwargs va scope — funksiyalarning ilg'or imkoniyatlari.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*args bilan istalgancha argument qabul qila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**kwargs bilan nomli argumentlarni yig'a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Local va global scope farqini tushuntira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lambda bilan qisqa funksiya yoza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«Funksiyalar 2»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return, bir nechta qiymat qaytarish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(Doira yuzasini hisoblovchi funksiya (default radius bilan)…)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*args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Istalgancha positional argument — tuple bo'lib keladi.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**kwargs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Istalgancha keyword argument — dict bo'lib keladi.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Local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Funksiya ichidagi o'zgaruvchi. Tashqarida ko'rinmaydi.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Global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Funksiyadan tashqaridagi o'zgaruvchi.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global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Funksiya ichida global o'zgaruvchini o'zgartirish uchun.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lambda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Bir satrli anonim funksiya: lambda x: x *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*args funksiyaga istalgancha argument berish imkonini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def f(*sonlar): — barcha argumentlar tuple bo'lib yig'iladi.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Nomi ixtiyoriy, lekin an'ana bo'yicha args deyiladi.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Ichida oddiy tuple kabi ishlatiladi: for s in sonlar.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print() ning ham ishlash usuli.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args.py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153541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1718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1718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4423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4423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7128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128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9833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9833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jami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25386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25386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jami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52437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52437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79488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79488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506539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506539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533590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33590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**kwargs nomli argumentlarni dict qilib yig'adi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def f(**malumot): — nomli argumentlar dict bo'lib keladi.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f(ism="Ali", yosh=15) → {"ism": "Ali", "yosh": 15}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items() bilan aylanib chiqiladi.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 va Flask'da juda ko'p ishlatiladi.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kwargs.py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101662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119950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119950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profil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373784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373784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kalit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items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627618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627618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kalit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: 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881452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881452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135286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35286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profil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sinf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9-A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389120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389120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624666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642954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42954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hammasi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args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kwargs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96788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96788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args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kwargs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50622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50622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404456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404456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hammasi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Tartib doim shunday: oddiy parametrlar → *args → **kwargs.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Funksiya ichida yaratilgan o'zgaruvchi tashqarida mavjud 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Funksiya ichidagi o'zgaruvchi — local. Funksiya tugagach yo'qoladi.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Tashqaridagini o'qish mumkin, lekin O'ZGARTIRISH — yo'q.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O'zgartirish uchun global kalit so'zi kerak (lekin tavsiya etilmaydi).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Yaxshi yo'l: parametr orqali olib, return bilan qaytarish.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scope.py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054" b="0" i="0">
                <a:solidFill>
                  <a:srgbClr val="6A6A76"/>
                </a:solidFill>
                <a:latin typeface="DejaVu Sans Mono"/>
              </a:rPr>
              <a:t>#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51495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054" b="0" i="0">
                <a:solidFill>
                  <a:srgbClr val="6A6A76"/>
                </a:solidFill>
                <a:latin typeface="DejaVu Sans Mono"/>
              </a:rPr>
              <a:t>#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6A6A76"/>
                </a:solidFill>
                <a:latin typeface="DejaVu Sans Mono"/>
              </a:rPr>
              <a:t># o'qish mumkin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27573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print(y)      ← NameError!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65379" y="4846319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global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C9A961"/>
                </a:solidFill>
                <a:latin typeface="DejaVu Sans Mono"/>
              </a:rPr>
              <a:t>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6A6A76"/>
                </a:solidFill>
                <a:latin typeface="DejaVu Sans Mono"/>
              </a:rPr>
              <a:t># 99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O'zgaruvchan sonli argumentlarni qayta ishlaydigan funksiyalar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statistika.py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2944368"/>
            <a:ext cx="634575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05256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962656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statistika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aniqlik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140964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"""Istalgancha sondan statistika hisoblaydi."""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3300984"/>
            <a:ext cx="634575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5256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19272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497580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None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75888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854196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ortacha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4014216"/>
            <a:ext cx="634575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4032504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210812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soni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389120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yigindi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567428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ortacha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round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ortacha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aniqlik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745736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924044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5102352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" y="5262372"/>
            <a:ext cx="634575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05256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5280660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statistika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30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45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aniqlik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458968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v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items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637276"/>
            <a:ext cx="574224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: 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v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9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1-satr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*sonlar — istalgancha son. aniqlik — keyword-only parametr (*args dan keyin turgani uchun).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not sonlar — bo'sh tuple False beradi. Guard clause.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Ko'p qiymatni dict qilib qaytarish — tuple'dan aniqroq.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aniqlik=2 nomi bilan berildi — chalkashlik yo'q.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NameError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93368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3877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438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489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7540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ichkarida: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4591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642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8693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tashqarida: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ichkarida: 10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tashqarida: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Funksiya ichidagi x = 10 — YANGI local o'zgaruvchi yaratdi. Global x ga tegmadi. Ular butunlay boshqa qutilar.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istalgancha son qabul qilsin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eng_kattasi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_sonlar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eng_kattasi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7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istalgancha argument yig'adigan belgi — bitta belgi.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qiymat qaytaradigan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sonlar ichida tuple bo'lib keladi — indeks bilan ishlash mumkin.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yigindi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O'rtachani ham qaytaring (2 qiymat).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**kwargs qo'shing va uni chiqaring.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lambda bilan bir satrli kvadrat funksiyasini yozing.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Istalgancha sonni qabul qilib, yig'indisini qaytaruvchi funksiya.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**kwargs qabul qilib, profil ma'lumotlarini chiroyli chiqaruvchi funksiya.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Ro'yxatni lambda bilan tartiblang: uzunligi bo'yicha (sorted(a, key=lambda s: len(s))).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f(**kw, *a):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f(*a, **kw):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Tartib qat'iy: oddiy → *args → **kwargs.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x = 5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5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x = f()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Local o'zgaruvchi tashqarida ko'rinmaydi. return bilan qaytaring.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x += 1  # x global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f():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global x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x +=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Global o'zgaruvchini o'zgartirish uchun global e'loni kerak.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*args va **kwargs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Local o'zgaruvchi tashqarida ko'rinadimi?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lambda nima uchun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return va print farqi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DRY tamoyili nimani anglatadi?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*args — istalgancha positional argument (tuple). **kwargs — nomlilari (dict).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Funksiya ichidagi o'zgaruvchi local — tashqarida yo'q. Natijani return bilan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lambda — bir satrli funksiya, asosan sorted/map/filter uchun.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18/96 — Funksiyalar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O'zgaruvchan sonli argumentlarni qo'shuvchi funksiya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17: Funksiyalar 2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15: Set (to'plam)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6: Satrlar (Strings) 2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Modullar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Tasodifiy son kerak bo'lsa uni o'zimiz yozamizmi? Yoki Python'da tayyor vositasi bormi?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18: Funksiyalar 3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chuqurroq</cp:category>
</cp:coreProperties>
</file>