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Test asoslari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54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578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25-hafta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Test — kodingiz ishlashini har safar qo'lda tekshirmaslik uchun yozadigan kod.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Test nima uchun kerakligini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assert bilan oddiy tekshiruv yoza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Unit test tushunchasini tushuntira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AAA (Arrange-Act-Assert) tuzilishini qo'llay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«REST API loyiha»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MINI-LOYIHA boshlanishi: E-commerce yoki ijtimoiy tarmoq REST API (rejalashtirish + modellar)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 modellari va asosiy endpointlar…)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Kodni tekshiruvchi kod.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assert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«Shu rost bo'lishi kerak». Aks holda xato.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Unit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Bitta funksiya yoki metodni alohida tekshirish.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AAA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Arrange (tayyorla) · Act (bajar) · Assert (tekshir).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Regression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Ilgari ishlagan narsaning buzilishi.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Test coverage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Kodning necha foizi test bilan qamralgan.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Test yozish vaqt yo'qotish emas — u qo'lda tekshirishdan vaqt tejaydi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o'zgarishdan keyin butun dasturni qo'lda sinash — mumkin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Test bir marta yoziladi, ming marta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Regressiyani darhol ko'rsatadi: «bu ilgari ishlar edi».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Test — kodning eng aniq hujjati.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birinchi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hisob.py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test_hisob.py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014216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test_chegirma_oddiy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192524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900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test_chegirma_nol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test_chegirma_toliq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assert — «shu rost bo'lishi kerak», aks holda test yiqiladi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assert shart — rost bo'lsa hech nima, yolg'on bo'lsa AssertionError.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assert shart, "xabar" — xato xabarini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Bitta testda bitta g'oya tekshirilsin.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Test nomi nimani tekshirayotganini aytishi kerak.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assert.py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664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664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702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702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1129" b="0" i="0">
                <a:solidFill>
                  <a:srgbClr val="6A6A76"/>
                </a:solidFill>
                <a:latin typeface="DejaVu Sans Mono"/>
              </a:rPr>
              <a:t># o'tadi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740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740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              </a:t>
            </a:r>
            <a:r>
              <a:rPr sz="1129" b="0" i="0">
                <a:solidFill>
                  <a:srgbClr val="6A6A76"/>
                </a:solidFill>
                <a:latin typeface="DejaVu Sans Mono"/>
              </a:rPr>
              <a:t># o'tadi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777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777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isinstance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29" b="0" i="0">
                <a:solidFill>
                  <a:srgbClr val="6A6A76"/>
                </a:solidFill>
                <a:latin typeface="DejaVu Sans Mono"/>
              </a:rPr>
              <a:t># o'tadi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815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815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16705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1853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853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x =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, lekin 10 kutilgan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3891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3891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AssertionError: x = 5, lekin 10 kutilgan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5929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5929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7966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7966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✗ Yomon nom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0004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0004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test_1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2042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2042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4080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4080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✓ Yaxshi nom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65379" y="559351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1683" y="56118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6118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test_chegirma_manfiy_foizda_xato_beradi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Har test uch bosqichdan iborat: tayyorla, bajar, tekshir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Arrange — kirish ma'lumotini tayyorlash.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Act — tekshirilayotgan kodni chaqirish.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Assert — natijani kutilgani bilan solishtirish.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tuzilma testni o'qishli qiladi.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aaa.py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93033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93033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test_savat_jami_summa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46867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46867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6A6A76"/>
                </a:solidFill>
                <a:latin typeface="DejaVu Sans Mono"/>
              </a:rPr>
              <a:t># ARRANGE — tayyorlaymiz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482413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500701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00701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754535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754535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non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5000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008369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008369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sut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12000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262203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62203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516037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516037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6A6A76"/>
                </a:solidFill>
                <a:latin typeface="DejaVu Sans Mono"/>
              </a:rPr>
              <a:t># ACT — bajaramiz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751583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769871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69871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23705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23705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77539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77539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6A6A76"/>
                </a:solidFill>
                <a:latin typeface="DejaVu Sans Mono"/>
              </a:rPr>
              <a:t># ASSERT — tekshiramiz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65379" y="5513085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1683" y="5531373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531373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22000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Uchta funksiya uchun test yozib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test_hisob.py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hisob.py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"""Chegirmali narxni qaytaradi."""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Foiz 0-100 oralig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ida bo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lsin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foiz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test_hisob.py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hisob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ortacha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test_chegirma_10_foiz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900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" y="605521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test_chegirma_chegara_qiymatlar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" y="673148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test_chegirma_notogri_foiz_xato_beradi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" y="686673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raises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chegirma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150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8952" y="740775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test_ortacha_bosh_royxat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24-satr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Chegara qiymatlarini albatta tekshiring — xatolar ko'pincha shu yerda.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29-satr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pytest.raises — xato KUTILAYOTGANINI tekshiradi.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30-satr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Blok ichida xato chiqmasa — test yiqiladi.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34-satr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Bo'sh ro'yxat, None, 0 — «edge case»lar. Ular ko'p xato keltiradi.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assert 5 == 10 nima qiladi?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False qaytaradi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AssertionError ko'taradi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nima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None qaytaradi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test_ok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test_yiqiladi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pytest test_misol.py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test_misol.py .F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=== FAILURES ===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___ test_yiqiladi ___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&gt;       assert 2 + 2 == 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E       assert 4 == 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1 passed, 1 failed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. — o'tgan test, F — yiqilgan. pytest xato joyini va HAQIQIY qiymatni ko'rsatdi (assert 4 == 5). Bu debug qilishni ancha osonlashtiradi.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testni yakunlang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test_qosh_ikki_musbat_son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6447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6447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6A6A76"/>
                </a:solidFill>
                <a:latin typeface="DejaVu Sans Mono"/>
              </a:rPr>
              <a:t># Arrange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629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6629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C9A961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6812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6812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69941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69941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6A6A76"/>
                </a:solidFill>
                <a:latin typeface="DejaVu Sans Mono"/>
              </a:rPr>
              <a:t># 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71762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71762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73583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173583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75404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75404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6A6A76"/>
                </a:solidFill>
                <a:latin typeface="DejaVu Sans Mono"/>
              </a:rPr>
              <a:t># Assert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577225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577225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79046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79046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98086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98086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8268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8268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test_notogri_kirish_xato_beradi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8450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8450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pytest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8633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8633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Tekshiruv kalit so'zi — 6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Tenglikni tekshiradigan operator.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Kontekst menejerini boshlaydi.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Xato kutilishini bildiradi — pytest.…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AAA tuzilishidagi testni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natija = savat.jami()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def test_savat_jami_summani_qaytaradi():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test nomi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savat = Savat()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Arrange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savat.qosh("non", 5000,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Arrange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assert natija == 10000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Assert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test_qosh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Test nomini tushunarli qiling.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AAA izohlarini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Chegara holati uchun ikkinchi test yozing (nol, manfiy).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3 ta funksiya uchun test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Har biriga chegara holati testini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pytest.raises bilan xato kutilishini tekshiring.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test_1():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test_chegirma_10_foizda_ishlaydi():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Test nomi nimani tekshirayotganini aytishi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test_hammasi():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assert a()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assert b()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assert c()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test_a():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test_b():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Bitta testda bitta g'oya. Birinchisi yiqilsa qolgani tekshirilmaydi.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chegirma_testi():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test_chegirma():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pytest faqat test_ bilan boshlanadigan funksiyalarni topadi.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Test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assert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AAA nimani anglatadi?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abstract = True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SerializerMethodField metodi qanday nomlanadi?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Test — kodni tekshiruvchi kod. Bir marta yoziladi, ming marta ishlaydi.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assert shart — rost bo'lmasa test yiqiladi.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Har test: Arrange (tayyorla) → Act (bajar) → Assert (tekshir).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73/96 — Test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3 ta funksiya uchun test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72: REST API loyiha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70: Bog'lanishlar 1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61: DRF kirish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pytest / Django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API endpointni qanday testlaymiz? Har safar brauzerda ochamizmi?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73: Test asoslari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Testing</cp:category>
</cp:coreProperties>
</file>