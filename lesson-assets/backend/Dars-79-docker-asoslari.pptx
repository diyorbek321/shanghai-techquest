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Docker asoslari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5681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7-oy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27-hafta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Docker — «menda ishlayapti» muammosining yechimi. Ilovani muhiti bilan birga qadoqlash.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79/96 — Docker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Docker qanday muammoni yechishini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Image va container farqini bilasiz.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Asosiy Docker buyruqlarini ishlata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Tayyor image'ni ishga tushira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79/96 — Docker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«Celery»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Celery bilan background (fon) vazifalar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(Fon vazifasi (email) sozlash…)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79/96 — Docker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Ilovani konteynerlarda ishlatuvchi platforma.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Ilovaning o'zgarmas «surati». Shablon.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Container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Image'dan ishga tushirilgan nusxa.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Docker 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Tayyor image'lar ombori.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Volume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Konteyner tashqarisidagi doimiy ma'lumot.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Port mapping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Konteyner portini xostga chiqarish.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79/96 — Docker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Docker ilovani BARCHA bog'liqliklari bilan birga qadoqlaydi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venv faqat Python paketlarini izolyatsiya qiladi.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Docker esa OS, Python versiyasi, kutubxonalar — hammasini.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image har joyda bir xil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«Menda ishlayapti» muammosi yo'qoladi.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docker g'oyasi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44783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44783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KONTEYNERSIZ              KONTEYNER BILAN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71026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71026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────────────              ───────────────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97269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97269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Ubuntu 22 + Py 3.10       image: python:3.12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23512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23512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Ubuntu 24 + Py 3.12   →   image: python:3.12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49755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49755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macOS    + Py 3.11        image: python:3.12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75998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75998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02241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02241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har xil natija            bir xil natija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28484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28484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954727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954727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Image  = shablon (o'zgarmas)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180970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180970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Container = ishlab turgan nusxa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407213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407213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Bir image'dan → ko'p container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79/96 — Docker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Asosiy buyruqlar — image olish, ishga tushirish, kuzatish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docker pull — image yuklab olish.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docker run — konteyner ishga tushirish.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docker ps — ishlab turganlarni ko'rish.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docker logs / exec — kuzatish va ichiga kirish.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Image yuklab olish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3047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pull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python:3.12-slim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9829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6611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3393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Ishga tushirish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0175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run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--name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pg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6957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-e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POSTGRES_PASSWORD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parol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137391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-p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C9A961"/>
                </a:solidFill>
                <a:latin typeface="DejaVu Sans Mono"/>
              </a:rPr>
              <a:t>5432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:5432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postgres:16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05210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473029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Kuzatish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64084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80866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logs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97648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exec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-it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pg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psql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-U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postgres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4430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31212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To'xtatish va o'chirish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7994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stop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4776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rm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79/96 — Docker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Konteyner o'chsa ichidagi ma'lumot ham yo'qoladi — volume kerak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Konteyner — vaqtinchalik. Ichidagi fayl u bilan o'chadi.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Volume — konteyner tashqarisidagi doimiy joy.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-v nom:/yo'l — volume ulash.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Baza uchun volume MAJBURIY.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6A6A76"/>
                </a:solidFill>
                <a:latin typeface="DejaVu Sans Mono"/>
              </a:rPr>
              <a:t># ✗ Volume'siz — konteyner o'chsa baza yo'qoladi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664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664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run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--name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pg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postgres:16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702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702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rm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-f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740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740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6A6A76"/>
                </a:solidFill>
                <a:latin typeface="DejaVu Sans Mono"/>
              </a:rPr>
              <a:t>#   → barcha ma'lumot yo'q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777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777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9815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9815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6A6A76"/>
                </a:solidFill>
                <a:latin typeface="DejaVu Sans Mono"/>
              </a:rPr>
              <a:t># ✓ Volume bilan — ma'lumot saqlanadi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1853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1853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run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--name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pg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3891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3891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-e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POSTGRES_PASSWORD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parol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457461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45929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5929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-v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pgdata:/var/lib/postgresql/data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7966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7966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-p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C9A961"/>
                </a:solidFill>
                <a:latin typeface="DejaVu Sans Mono"/>
              </a:rPr>
              <a:t>5432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:5432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postgres:16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0004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0004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52042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2042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volume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4080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4080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rm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-f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56118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6118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6A6A76"/>
                </a:solidFill>
                <a:latin typeface="DejaVu Sans Mono"/>
              </a:rPr>
              <a:t>#   → ma'lumot pgdata volume'da qoldi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79/96 — Docker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image'ni ishga tushirib, ichiga kiramiz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1) Docker ishlayaptimi?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--version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run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hello-world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2) PostgreSQL ishga tushiramiz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362063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run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--name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blog-db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389114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POSTGRES_DB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POSTGRES_USER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dev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POSTGRES_PASSWORD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parol123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" y="429690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-v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blog-pgdata:/var/lib/postgresql/data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" y="443216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5432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:5432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postgres:16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3) Tekshiramiz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logs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blog-db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4) Ichiga kiramiz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exec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blog-db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psql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-U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dev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blog=# \dt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blog=# \q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5) Redis ham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run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--name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blog-redis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6379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:6379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redis:7-alpine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6) Tozalash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stop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blog-db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blog-redis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blog-db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blog-redis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-d — fonda ishlaydi (detached). Terminalni band qilmaydi.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-e — environment variable. Image shu orqali sozlanadi (76-dars).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-v — volume. Ma'lumot konteyner o'chsa ham saqlanadi.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-p 5432:5432 — xost:konteyner. Endi localhost:5432 ishlaydi.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79/96 — Docker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docker rm -f pg qilinsa (volume'siz) baza ma'lumotiga nima bo'ladi?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run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--name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pg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postgres:16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ma'lumot yozildi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Saqlanadi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BUTUNLAY yo'qoladi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Arxivlanadi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Xost diskiga ko'chadi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79/96 — Docker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run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--name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test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-p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C9A961"/>
                </a:solidFill>
                <a:latin typeface="DejaVu Sans Mono"/>
              </a:rPr>
              <a:t>8080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:80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nginx:alpine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583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583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6325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6325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-s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localhost:8080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head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a3f9c2e1b7d8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CONTAINER ID  IMAGE         STATUS        PORTS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a3f9c2e1b7d8  nginx:alpine  Up 2 seconds  0.0.0.0:8080-&gt;80/tcp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&lt;!DOCTYPE html&gt;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&lt;html&gt;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&lt;head&gt;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&lt;title&gt;Welcome to nginx!&lt;/title&gt;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Nginx serveri konteynerda ishga tushdi. 0.0.0.0:8080-&gt;80 — xostning 8080-porti konteynerning 80-portiga ulandi. Hech narsa o'rnatmadik.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79/96 — Docker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konteyner ishga tushiring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581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1581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4286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4286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--____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blog-db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991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6991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POSTGRES_PASSWORD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parol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696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6964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pgdata:/var/lib/postgresql/data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4014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4014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5432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:5432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51065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1065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postgres:16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8116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8116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5167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05167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  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ishlab turganlar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32218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32218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blog-db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loglar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Konteyner ishga tushiruvchi buyruq — 3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Environment variable bayrog'i — bitta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Volume bayrog'i — bitta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Port bayrog'i — bitta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79/96 — Docker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run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--name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pg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postgres:16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POSTGRES_PASSWORD environment variable qo'shing.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Volume qo'shing va ma'lumot saqlanishini tekshiring.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Port mapping qo'shib, localhost'dan ulaning.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79/96 — Docker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Docker o'rnatib, hello-world ni ishga tushiring.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PostgreSQL konteynerini volume bilan ishga tushiring.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Redis ham qo'shing va Django'ni ikkalasiga ulang.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79/96 — Docker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docker run -d --name pg postgres:16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docker run -d --name pg -v pgdata:/var/lib/postgresql/data postgres:16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Volume'siz baza ma'lumoti konteyner bilan o'chadi.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docker run postgres:16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docker run -d --name pg postgres:16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-d'siz terminal band bo'ladi, --name'siz tasodifiy nom beriladi.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docker run -e POSTGRES_PASSWORD=parol123  # prod'da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docker run --env-file .env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Parol buyruq tarixida qolib ketadi.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79/96 — Docker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Docker qanday muammoni yechadi?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Image va container farqi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Volume nima uchun kerak?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Celery broker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Cache invalidation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79/96 — Docker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Docker ilovani BARCHA muhiti bilan qadoqlaydi — «menda ishlayapti» muammosi yo'qoladi.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Image — o'zgarmas shablon. Container — undan ishga tushirilgan nusxa.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Baza uchun volume MAJBURIY — aks holda ma'lumot konteyner bilan o'chadi.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79/96 — Docker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Tayyor image'ni ishga tushirish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78: Celery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76: Environment &amp; Settings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67: Auth 1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Dockerfile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Tayyor image'larni ishlatdik. O'z ilovamiz uchun image qanday yasaymiz?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79: Docker asoslari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Docker</cp:category>
</cp:coreProperties>
</file>