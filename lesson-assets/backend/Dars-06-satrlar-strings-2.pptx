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Satrlar (Strings)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568196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asoslari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6332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758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Satr metodlari — matnni tozalash, o'zgartirish va bo'laklarga ajratishning tayyor vositalari.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6/96 — Satrlar (Strings)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upper, lower, strip, replace metodlarini ishlata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split() bilan gapni so'zlarga ajrata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count() bilan takrorlanish sonini sanay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f-string ichida hisob-kitob va formatlash qila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6/96 — Satrlar (Strings)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«Satrlar (Strings) 1»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Satr indekslash, slicing [a:b], len()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(Ismning birinchi va oxirgi harfini chiqaruvchi dastur…)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6/96 — Satrlar (Strings)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.upper() / .lower()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Barcha harfni katta / kichik qiladi.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.strip()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Boshi va oxiridagi bo'sh joylarni olib tashlaydi.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.replace(a, 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 ni b ga almashtiradi — hamma joyda.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.split()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Matnni bo'sh joy bo'yicha ro'yxatga ajratadi.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.count(x)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x necha marta uchraganini sanaydi.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Metod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Qiymatga tegishli funksiya. Nuqta bilan chaqiriladi.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6/96 — Satrlar (Strings)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Metod satrni o'zgartirmaydi — u YANGI satr qaytaradi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s.upper() satrni o'zgartirmaydi, yangisini qaytaradi.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Natijani saqlash kerak: s = s.upper()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Python'dagi satrlarning muhim xususiyati.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Metodlarni ketma-ket ulash mumkin: s.strip().lower()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metodlar.py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 Salom Dunyo 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9892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851146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86943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upper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413994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  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o'zgarmadi!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41045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5379" y="4662673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11683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68096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strip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upper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95147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  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SALOM DUNYO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3-satr natijasi hech qayerga saqlanmadi — yo'qoldi. 6-satrda esa saqlandi.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6/96 — Satrlar (Strings)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split() gapni so'zlarga ajratadi — bu keyingi barcha matn ishlarining asosi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Standart holda bo'sh joy bo'yicha ajratadi.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Natija — ro'yxat: ["Men", "Python", "o'rganaman"]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len() bilan so'zlar sonini bilib olamiz.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Boshqa belgi bo'yicha ham bo'lish mumkin: split(",")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split.py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0708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0708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gap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Men Python 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rganaman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559305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57759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57759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sozlar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gap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split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84810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84810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411861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411861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sozlar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 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ro'yxat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38912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38912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sozlar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6A6A76"/>
                </a:solidFill>
                <a:latin typeface="DejaVu Sans Mono"/>
              </a:rPr>
              <a:t>#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6596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6596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9301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9301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sana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2026-08-01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5182359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52006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2006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sana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split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6/96 — Satrlar (Strings)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f-string ichida to'g'ridan-to'g'ri hisoblash ham mumkin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{ } ichiga o'zgaruvchi ham, ifoda ham yoziladi.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{narx * 2} — Python hisoblab, natijani qo'yadi.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{narx:.2f} — 2 xonagacha yaxlitlaydi.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{ism.upper()} — metod chaqirsa ham bo'ladi.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fstring.py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aziza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8859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8859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C9A961"/>
                </a:solidFill>
                <a:latin typeface="DejaVu Sans Mono"/>
              </a:rPr>
              <a:t>12500.678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84877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84877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10895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10895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Salom, 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upper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!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36913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36913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Narx: 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.2f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 so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m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629316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629316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Ikki dona: 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.2f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 so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m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6/96 — Satrlar (Strings)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Foydalanuvchi gapidagi so'zlarni sanaydigan dastur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soz_sanash.py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gap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Gap yozing: 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103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103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3735368"/>
            <a:ext cx="6345753" cy="21262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5256" y="375365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75365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toza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gap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strip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" y="3947988"/>
            <a:ext cx="6345753" cy="21262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5256" y="396627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6627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sozlar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toza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split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4160608"/>
            <a:ext cx="6345753" cy="21262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417889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417889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sozlar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39151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439151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60413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460413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So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zlar soni: 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81675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81675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Katta harfda: 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toza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upper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5011088"/>
            <a:ext cx="6345753" cy="21262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05256" y="502937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02937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«a» harfi 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toza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lower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count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 marta uchradi</a:t>
            </a:r>
            <a:r>
              <a:rPr sz="11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3-satr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strip() — foydalanuvchi tasodifan qo'ygan bo'sh joylarni tozalaydi. Har doim qilish tavsiya etiladi.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4-satr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split() gapni so'zlar ro'yxatiga aylantiradi.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5-satr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len() ro'yxatdagi elementlarni sanaydi — ya'ni so'zlarni.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9-satr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lower() qo'ydik: «A» va «a» birga sanalsin.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6/96 — Satrlar (Strings)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upper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SALOM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salom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Salom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beradi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6/96 — Satrlar (Strings)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upper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upper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salom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SALOM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2-satr natijani qaytardi, lekin hech qayerga saqlamadi — u yo'qoldi. 5-satrda s = ... deb saqladik, shundan keyingina o'zgardi.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6/96 — Satrlar (Strings)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matnni tozalab, sanasin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29336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  Python juda qiziq  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387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3438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toza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0489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sozlar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toza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7540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zlar: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sozlar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459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164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yangi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toza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qiziq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kuchli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1869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yangi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chetdagi bo'sh joylarni olib tashlaydi.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so'zlarga ajratadi.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3-bo'sh joy: ro'yxatdagi elementlarni sanaydi (metod emas!).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4-bo'sh joy: bir so'zni boshqasiga almashtiradi.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6/96 — Satrlar (Strings)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gap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Gap: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gap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upper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Kichik harfli variantini ham chiqaring.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Gapdagi bo'sh joylarni «_» ga almashtiring (replace bilan).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Gapda nechta «a» harfi borligini sanang.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6/96 — Satrlar (Strings)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Gap so'rab, uni katta va kichik harflarda chiqaring.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Gap so'rab, so'zlar sonini va eng birinchi so'zni chiqaring.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Gap so'rab, undagi unli harflar (a, e, i, o, u) sonini sanang.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6/96 — Satrlar (Strings)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s.upper()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 = s.upper()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Metod yangi satr qaytaradi. Saqlanmasa — natija yo'qoladi.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s.count("a", 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s.count("a")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count() ga faqat qidiriladigan belgini beriladi.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gap.split.upper()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gap.split()[0].upper()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Metod chaqirilganda qavs shart: split(). Va ro'yxatga upper() qo'llanmaydi — avval element olinadi.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6/96 — Satrlar (Strings)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s.upper() satrni o'zgartiradimi?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split() nima qaytaradi?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strip() nimaga kerak?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s[-1] nima beradi?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10 // 3 va 10 % 3 nechchi?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6/96 — Satrlar (Strings)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Metodlar satrni o'zgartirmaydi — yangisini qaytaradi. Natijani saqlash kerak.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strip / upper / lower / replace / split / count — kunlik ishda eng ko'p ishlatiladiganlari.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f-string ichida ifoda va formatlash mumkin: {narx:.2f}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6/96 — Satrlar (Strings)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Foydalanuvchi jumlasidagi so'zlar sonini hisoblash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5: Satrlar (Strings) 1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3: Ma'lumot turlari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1: Dasturlashga kirish va sozlash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Shartli operatorlar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Dastur foydalanuvchining yoshini tekshirib, «voyaga yetgan» yoki «yosh» deb aytishi kerak. Buni qanday yozamiz?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6: Satrlar (Strings) 2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asoslari</cp:category>
</cp:coreProperties>
</file>