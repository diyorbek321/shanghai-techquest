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Fayllar bilan ishlash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Fayl — ma'lumotni dastur yopilgandan keyin ham saqlab qoladigan yagona yo'l.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open() bilan fayl ochib, o'qiy va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r, w, a rejimlari farqini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with konstruksiyasini ishlata olasiz va nima uchun kerakligini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Fayldan satr-satr o'qib, qayta ishlay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«pip va paketlar»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pip nima, PyPI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(Tashqi paket o'rnatib, oddiy misolda ishlatish…)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open(fayl, rejim)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Faylni ochadi va obyekt qaytaradi.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 (read)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O'qish. Fayl bo'lmasa — xato.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 (write)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Yozish. MAVJUD MATNNI O'CHIRADI!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 (append)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Qo'shish. Oxiriga yozadi, o'chirmaydi.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Faylni avtomatik yopadi. Har doim shu ishlatilsin.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encoding="utf-8"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O'zbekcha harflar to'g'ri saqlanishi uchun.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with faylni avtomatik yopadi — unutilgan yopish ma'lumot yo'qolishiga olib keladi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with open(...) as f: — blok tugagach fayl o'zi yopiladi.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close() yozish shart emas, unutish xavfi yo'q.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Xato chiqsa ham fayl yopiladi.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Python'dagi standart usul — boshqasini ishlatmang.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with.py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✗ Eski usul — yopishni unutish mumkin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365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365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test.txt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447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447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28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28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close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609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609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691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691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✓ To'g'ri usul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558992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5772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772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test.txt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854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854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9935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935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bu yerda fayl avtomatik yopildi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 rejimi faylning eski mazmunini butunlay o'chiradi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 — fayl bo'lmasa yaratadi, bor bo'lsa BO'SHATADI.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 — oxiriga qo'shadi, eskisi 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 — faqat o'qish. Yozib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Log yozayotganda har doim a ishlating.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rejimlar.py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504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504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6A6A76"/>
                </a:solidFill>
                <a:latin typeface="DejaVu Sans Mono"/>
              </a:rPr>
              <a:t># w — har safar noldan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85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85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log.txt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3867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3867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Birinchi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548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548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154016"/>
            <a:ext cx="5367363" cy="21681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17230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7230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log.txt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Ikkinchi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202" b="0" i="0">
                <a:solidFill>
                  <a:srgbClr val="6A6A76"/>
                </a:solidFill>
                <a:latin typeface="DejaVu Sans Mono"/>
              </a:rPr>
              <a:t># birinchi yo'qoldi!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0593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0593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82275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82275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6A6A76"/>
                </a:solidFill>
                <a:latin typeface="DejaVu Sans Mono"/>
              </a:rPr>
              <a:t># a — qo'shadi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5021280"/>
            <a:ext cx="5367363" cy="21681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503956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3956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log.txt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5638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5638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Uchinchi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120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202" b="0" i="0">
                <a:solidFill>
                  <a:srgbClr val="6A6A76"/>
                </a:solidFill>
                <a:latin typeface="DejaVu Sans Mono"/>
              </a:rPr>
              <a:t># ikkinchi qoldi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\n — yangi qator belgisi. Bo'lmasa hammasi bitta qatorga yopishadi.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Fayldan o'qishning uchta usuli bor — hajmga qarab tanlanadi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read() — butun faylni bitta satr qilib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readlines() — satrlar ro'yxatini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satr in f: — satr-satr o'qiydi, xotira tejaydi.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Katta fayllar uchun uchinchi usul yagona to'g'ri variant.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oqish.py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data.txt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5968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5968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read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9095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9095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2222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2222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data.txt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5350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5350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satrlar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readlines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48477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8477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71604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71604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data.txt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929025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94731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94731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17858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17858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strip() shart — har satr oxirida \n turadi, u ham chiqib ketadi.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Matnni faylga saqlab, keyin o'qib chiqaradigan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eslatma.py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eslatmalar.txt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40964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19272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1) Yozish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497580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Eslatma yozing: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675888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835908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85419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014216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032504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210812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389120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Saqlandi!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567428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74573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2) O'qish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924044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--- Barcha eslatmalar ---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102352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5262372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5256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5280660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r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5458968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enumerate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618988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63727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.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"a" rejimi — eski eslatmalar o'chmaydi. "w" bo'lsa har safar hammasi yo'qolardi.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\n qo'shish shart — aks holda hamma eslatma bitta qatorda bo'lardi.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encoding="utf-8" — o'zbekcha harflar buzilmasligi uchun.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strip() satr oxiridagi \n ni olib tashlaydi.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bajarilgach faylda nima qoladi?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Ikki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BirIkki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Bir\nIkki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Ikki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read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Bir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Ikki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blok «w» — faylni yaratdi va «Bir» yozdi. Ikkinchi blok «a» — oxiriga qo'shdi. Agar ikkinchisi ham «w» bo'lsa — «Bir» yo'qolardi.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yoq.txt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read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Fayl mavjud bo'lmasa qanday xato chiqadi?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«w» rejimida ochsak ham xato chiqadimi?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 xatodan qanday himoyalanamiz? (os.path.exists eslang)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encoding berilmasa o'zbekcha harflarga nima bo'ladi?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faylga qo'shsin va o'qisin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log.txt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_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4428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4428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Yangi yozuv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0440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0440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96452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96452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log.txt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_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14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52464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52464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19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08476"/>
            <a:ext cx="219456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08476"/>
            <a:ext cx="5742249" cy="256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faylni avtomatik yopadigan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eski yozuvlarni saqlab qo'shadigan rejim.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faqat o'qish rejimi.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\n ni olib tashlaydigan metod.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Fayldagi satrlar sonini sanaydigan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soni +=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har satrda sanash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soni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sanoqchi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with open("data.txt", encoding="utf-8") as f: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faylni ochish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for satr in f: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satr-satr yurish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print(f"Jami {soni} ta satr")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natija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a.txt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Rejimni «a» ga o'zgartirib, dasturni 3 marta ishga tushiring.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yozuvdan keyin \n qo'shing va natijani ko'ring.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Faylni o'qib, satrlar sonini chiqaring.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Matn so'rab, uni faylga saqlang va keyin o'qib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Kundalik dastur: har ishga tushganda yangi yozuv qo'shsin (a rejimi).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Fayldagi satrlarni o'qib, eng uzun satrni toping.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 = open("a.txt", "w")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f.write("x")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with open("a.txt", "w") as f: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f.write("x")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close() unutilsa ma'lumot diskka yozilmay qolishi mumkin. with har doim yopadi.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with open("a.txt", "w") as f: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f.write("yangi")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with open("a.txt", "a") as f: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f.write("yangi")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«w» eski mazmunni o'chiradi. Qo'shish uchun «a».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f.write("Salom")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f.write("Salom\n")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\n bo'lmasa barcha yozuvlar bitta qatorga yopishadi.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 va a rejimlari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with nima uchun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Fayldan satr-satr o'qishning afzalligi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pip install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os.path.exists() nimani tekshiradi?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with open(...) as f — har doim shu ishlatiladi. Fayl avtomatik yopiladi.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 eski mazmunni O'CHIRADI, a esa oxiriga qo'shadi.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O'zbekcha matn uchun encoding="utf-8" majburiy. \n bilan satr ajratiladi.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22/96 —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Matnni faylga saqlab, keyin o'qib chiqaruvchi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21: pip va paketlar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19: Modullar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10: for sikli va range()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JSON va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Faylga dict yoki list saqlash kerak. Ularni matn qilib yozsak, qayta o'qiganda yana dict'ga aylantirish qiyin bo'ladi. Yechim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22: Fayllar bilan ishlash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