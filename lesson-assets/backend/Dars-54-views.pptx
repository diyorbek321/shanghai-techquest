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View — Django'ning yuragi. So'rovni qabul qiladi, mantiqni bajaradi, javob qaytaradi.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Funksiyaviy view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request obyektidan ma'lumot ola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URL parametrlarini qabul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HttpResponse va JsonResponse ni farqlay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«App va Routing»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App yaratish, MVT arxitektura. urls.py — routing, URL yo'llari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(2 ta sahifali oddiy sayt (urls sozlash)…)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So'rovni qabul qilib, javob qaytaruvchi funksiya.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 obyekti. Har view'ning 1-parametri.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HttpResponse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Oddiy matn/HTML javob.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JsonResponse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JSON javob (API uchun).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&lt;int:id&gt;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URL'dan butun son olish.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request.GET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Query parametrlar: ?q=python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View — oddiy Python funksiyasi, birinchi parametri har doim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so'rov kelganda uni chaqiradi va request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 HttpResponse (yoki uning turini) qaytarishi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Qaytarmasa — «view didn't return an HttpResponse» xatosi.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Ichida oddiy Python kodi — hamma o'rganganingiz ishlaydi.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views.py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http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JsonResponse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51495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&lt;h1&gt;Salom!&lt;/h1&gt;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27573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api_salom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JsonResponse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xabar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Salom!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royxat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JsonResponse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safe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safe=False — list qaytarish uchun kerak. Django standart holda faqat dict'ga ruxsat beradi.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URL parametri view'ga argument bo'lib keladi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path("talaba/&lt;int:id&gt;/") → def view(request, id)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Turlar: int, str, slug, uuid, path.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Nom mos kelishi SHART — &lt;int:id&gt; va parametr id.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nechta parametr ham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parametrlar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6054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6054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263687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28197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8197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talaba/&lt;int:talaba_id&gt;/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503404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03404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post/&lt;slug:slug&gt;/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24833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24833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&lt;int:yil&gt;/&lt;int:oy&gt;/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arxiv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946262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946262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167691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67691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370832"/>
            <a:ext cx="5367363" cy="22142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610549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10549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Talaba #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31978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31978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53407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53407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74836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74836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arxiv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oy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496265"/>
            <a:ext cx="219456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496265"/>
            <a:ext cx="4763859" cy="221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27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oy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/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27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 arxivi</a:t>
            </a:r>
            <a:r>
              <a:rPr sz="122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2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request obyektida so'rov haqidagi hamma ma'lumot bor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request.method — GET, POST va h.k.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request.GET — query parametrlar: ?q=python&amp;sahifa=2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request.POST — forma ma'lumotlari.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request.user — kim so'rov yubordi (auth bo'lsa).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request.py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166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166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qidiruv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239617"/>
            <a:ext cx="5367363" cy="22624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25790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5790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5379" y="3465860"/>
            <a:ext cx="5367363" cy="22624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1683" y="3484148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84148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sahifa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sahifa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10391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10391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36634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36634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JsonResponse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62877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62877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so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rov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sahifa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sahifa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61536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1536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metod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41606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41606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yol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67849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67849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9409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9409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2033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2033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6A6A76"/>
                </a:solidFill>
                <a:latin typeface="DejaVu Sans Mono"/>
              </a:rPr>
              <a:t># /qidiruv/?q=python&amp;sahifa=2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request.GET.get(kalit, zaxira) — parametr yo'q bo'lsa dastur qulamaydi (14-dars).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URL'dan ism olib salomlashadigan view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Http404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"""URL'dan ism olib salomlashadi."""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vaqt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vaqt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kun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&lt;h1&gt;Xayrli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vaqt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title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!&lt;/h1&gt;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"""Talaba ma'lumotini JSON qilib qaytaradi."""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Talaba topilmadi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" y="591995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path("salom/&lt;str:ism&gt;/", views.salomlash)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path("talaba/&lt;int:talaba_id&gt;/", views.talaba)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/salom/ali/?vaqt=tong → "Xayrli tong, Ali!"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/talaba/1/            → {"ism": "Ali", "yosh": 15}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/talaba/99/           → 404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ism — URL'dagi &lt;str:ism&gt; dan keladi. Nomlar bir xil bo'lishi shart.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Query parametr — ixtiyoriy, zaxira qiymat bilan.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Http404 — Django'ning tayyor xatosi. 404 sahifasini ko'rsatadi.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JsonResponse dict'ni avtomatik JSON'ga aylantiradi.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view nima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«Salom» matni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Bo'sh sahifa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ValueError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«didn't return an HttpResponse» xatosi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12098"/>
            <a:ext cx="219456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12098"/>
            <a:ext cx="4876641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qidiruv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5780"/>
            <a:ext cx="219456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5780"/>
            <a:ext cx="4876641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79462"/>
            <a:ext cx="219456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79462"/>
            <a:ext cx="4876641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JsonResponse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metod</a:t>
            </a:r>
            <a:r>
              <a:rPr sz="101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8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101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63144"/>
            <a:ext cx="219456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63144"/>
            <a:ext cx="4876641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826"/>
            <a:ext cx="219456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826"/>
            <a:ext cx="4876641" cy="183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# Brauzer: /qidiruv/?q=django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{"q": "django", "metod": "GET"}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?q=django query parametri request.GET dict'iga tushdi. get() bilan xavfsiz oldik — parametr bo'lmasa bo'sh matn qaytardi, xato chiqmadi.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view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4087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4087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http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0778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0778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7468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7468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4159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4159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849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849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format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html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Talaba #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80" b="0" i="0">
                <a:solidFill>
                  <a:srgbClr val="FFFFFF"/>
                </a:solidFill>
                <a:latin typeface="DejaVu Sans Mono"/>
              </a:rPr>
              <a:t>talaba_id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8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8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231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231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0921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0921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7612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7612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4302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4302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6A6A76"/>
                </a:solidFill>
                <a:latin typeface="DejaVu Sans Mono"/>
              </a:rPr>
              <a:t># path("talaba/&lt;___:talaba_id&gt;/", views.talaba)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Matn javob qaytaruvchi class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view'ning birinchi parametri.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Query parametrlar joylashgan atribut.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Butun son turini bildiruvchi converter — 3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HttpResponse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URL'dan ism olib, unga murojaat qiling.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Query parametr «vaqt» ni qo'shing (zaxira qiymat bilan).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JsonResponse ga o'zgartiring.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URL'dan ism olib salomlashuvchi view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Query parametr bilan javobni o'zgartiring.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JSON qaytaruvchi 3 ta view yozing (ro'yxat, bitta element, qidiruv).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salom(request):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HttpResponse("x")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salom(request):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HttpResponse("x")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return unutilsa None qaytadi va Django xato beradi.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path("talaba/&lt;int:id&gt;/")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talaba(request, talaba_id):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path("talaba/&lt;int:talaba_id&gt;/")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talaba(request, talaba_id):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URL'dagi nom va parametr nomi bir xil bo'lishi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JsonResponse([1, 2, 3])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JsonResponse([1, 2, 3], safe=False)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List qaytarish uchun safe=False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View'ning birinchi parametri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URL parametri view'ga qanday yetib keladi?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request.GET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include()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MVT nimani anglatadi?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View — request oladigan va HttpResponse qaytaradigan funksiya.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URL parametri &lt;int:id&gt; → view'ning argumenti bo'lib keladi. Nomlar mos kelsin.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request.GET.get(kalit, zaxira) — query parametrni xavfsiz olish.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54/96 —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Foydalanuvchi ismini URL'dan olib salomlashuvchi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53: App va Routing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51: REST &amp; API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42: Filtrlash chuqur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Modellar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Ma'lumot hozircha kodda yozilgan. Uni bazaga qanday ko'chiramiz — SQL yozamizmi?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54: Views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