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Comprehensions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41274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Ilg'or 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0088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213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11-hafta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Comprehension — sikl va shartni bitta satrga jamlaydigan Python'ning eng chiroyli imkoniyati.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31/96 —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List comprehension yoza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Ichida shart (filtr) qo'llay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Dict va set comprehension yoza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Qachon comprehension, qachon oddiy sikl kerakligini tanlay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31/96 —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«Polymorphism &amp; Magic»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Polimorfizm, metodni qayta yozish (override)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(Turli shakllar yuzasini hisoblovchi classlar…)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31/96 —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List comprehension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[ifoda for x in ketma_ketlik]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Filtr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[x for x in a if shart] — faqat shartga mos elementlar.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Dict comprehension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{k: v for ... in ...}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Set comprehension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{x for x in ...} — takrorlanmas natija.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Ternary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 if shart else b — bir satrli shart.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O'qilishlik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3 qavatdan ortiq bo'lsa — oddiy sikl yozing.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31/96 —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Comprehension — sikl + append ni bitta satrga jamlaydi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Tuzilishi: [nima_qilamiz for element in ketma_ketlik]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Natija — har doim YANGI ro'yxat.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Tezroq ishlaydi va o'qishga qulayroq (agar sodda bo'lsa).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append() yozish kerak emas — Python o'zi yig'adi.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comprehension.py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7406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7406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6A6A76"/>
                </a:solidFill>
                <a:latin typeface="DejaVu Sans Mono"/>
              </a:rPr>
              <a:t># Oddiy sikl bilan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2185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2185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kvadratlar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6964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6964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C9A961"/>
                </a:solidFill>
                <a:latin typeface="DejaVu Sans Mono"/>
              </a:rPr>
              <a:t>6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401743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401743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kvadratlar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append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26522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26522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51301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51301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6A6A76"/>
                </a:solidFill>
                <a:latin typeface="DejaVu Sans Mono"/>
              </a:rPr>
              <a:t># Comprehension bilan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4742517"/>
            <a:ext cx="5367363" cy="24779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476080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76080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kvadratlar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C9A961"/>
                </a:solidFill>
                <a:latin typeface="DejaVu Sans Mono"/>
              </a:rPr>
              <a:t>6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500859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500859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525638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525638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kvadratlar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374" b="0" i="0">
                <a:solidFill>
                  <a:srgbClr val="6A6A76"/>
                </a:solidFill>
                <a:latin typeface="DejaVu Sans Mono"/>
              </a:rPr>
              <a:t># [1, 4, 9, 16, 25]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4 satr → 1 satr. Natija bir xil.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31/96 —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if oxirida — filtr, if boshida — tanlov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[x for x in a if shart] — shartga mos elementlarni oladi.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[a if shart else b for x in ...] — har element uchun tanlov.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Ikkalasini birga ham ishlatsa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Farqni yodda tuting: oxirdagi if — filtr, boshidagi — ternary.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filtr.py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78985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78985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6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21012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21012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663039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663039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6A6A76"/>
                </a:solidFill>
                <a:latin typeface="DejaVu Sans Mono"/>
              </a:rPr>
              <a:t># Filtr — oxirida if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379" y="3886778"/>
            <a:ext cx="5367363" cy="24202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1683" y="3905066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905066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juftlar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%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147093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147093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juftlar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42" b="0" i="0">
                <a:solidFill>
                  <a:srgbClr val="6A6A76"/>
                </a:solidFill>
                <a:latin typeface="DejaVu Sans Mono"/>
              </a:rPr>
              <a:t># [2, 4, 6]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389120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389120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631147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631147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6A6A76"/>
                </a:solidFill>
                <a:latin typeface="DejaVu Sans Mono"/>
              </a:rPr>
              <a:t># Tanlov — boshida if/else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4854886"/>
            <a:ext cx="5367363" cy="24202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4873174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73174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belgilar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juft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%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toq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115201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115201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342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357228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357228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belgilar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31/96 —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Dict va set uchun ham comprehension bor — faqat qavs o'zgaradi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[ ] → list, { } → set, {k: v} → dict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Dict comprehension: {kalit: qiymat for ... in ...}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items() bilan mavjud dict'ni o'zgartirish qulay.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Set comprehension avtomatik dublikatlarni olib tashlaydi.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dict_set.py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7165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7165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sozlar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olma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anor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uzum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39556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39556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733659"/>
            <a:ext cx="5367363" cy="21239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751947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751947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uzunliklar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sozlar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964338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964338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uzunliklar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177" b="0" i="0">
                <a:solidFill>
                  <a:srgbClr val="6A6A76"/>
                </a:solidFill>
                <a:latin typeface="DejaVu Sans Mono"/>
              </a:rPr>
              <a:t># {'olma': 4, 'anor': 4, ...}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176729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176729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5379" y="4370832"/>
            <a:ext cx="5367363" cy="21239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narxlar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non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C9A961"/>
                </a:solidFill>
                <a:latin typeface="DejaVu Sans Mono"/>
              </a:rPr>
              <a:t>5000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sut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C9A961"/>
                </a:solidFill>
                <a:latin typeface="DejaVu Sans Mono"/>
              </a:rPr>
              <a:t>12000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01511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01511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yangi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v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C9A961"/>
                </a:solidFill>
                <a:latin typeface="DejaVu Sans Mono"/>
              </a:rPr>
              <a:t>1.1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v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narxlar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items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379" y="4795614"/>
            <a:ext cx="5367363" cy="21239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1683" y="4813902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813902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5026293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5026293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harflar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h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sozlar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h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238684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238684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harflar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31/96 —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Sikllarni comprehension'ga aylantirib chiqamiz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aylantirish.py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ball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85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Guli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ball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92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Bek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ball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45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1) Barcha ismlar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389114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ismlar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2) Faqat o'tganlar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" y="429690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otganlar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ball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50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3) Ism → ball lug'ati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" y="470267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jadval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ball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4) Har biriga holat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" y="510843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holatlar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: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ball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50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yiqildi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otganlar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jadval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Eng sodda shakl — har elementdan bitta maydonni olish.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11-satr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Oxiridagi if — filtr. 45 ballik Bek chiqmaydi.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14-satr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Dict comprehension — kalit: qiymat juftligi.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17-satr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Uzun bo'lsa ko'p qatorga bo'ling — o'qilishlik muhimroq.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31/96 —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kod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[2, 4, 6, 8]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[6, 8]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[3, 4]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[2, 4]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31/96 —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[2, 4, 6, 8]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[6, 8]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[0, 0, 3, 4]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1-variant: hammasini ikkilantirdi. 2-variant: avval FILTRLADI (3, 4 qoldi), keyin ikkilantirdi. 3-variant: hech nima filtrlanmadi — har element uchun tanlov qilindi.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31/96 —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comprehension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2285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22859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6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7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8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9336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6387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juftlar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%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3438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juftlar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0489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kvadratlar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6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4591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kvadratlar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91642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18693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lugat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olma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anor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4574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45744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lugat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Har comprehension'da bir xil ikki kalit so'z ishlatiladi.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Filtr uchun uchinchi kalit so'z (shart) kerak.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Dict uchun kalit va qiymat orasida ikki nuqta.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31/96 —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Faqat toq sonlarni ikkilantiring (filtr qo'shing).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Har sonning kvadratidan lug'at yasang: {son: kvadrat}.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Sonlar ro'yxatidan matn ro'yxatiga o'ting: ["1", "2", …]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31/96 —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1–20 oralig'idagi juft sonlar ro'yxatini comprehension bilan yasang.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So'zlar ro'yxatidan {so'z: uzunlik} lug'atini yarating.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Quyidagi 5 ta siklni comprehension'ga aylantiring (mashq varaqasida).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31/96 —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[x for x in a if x &gt; 2 else 0]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[x if x &gt; 2 else 0 for x in a]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if/else birga ishlatilsa — for dan OLDIN turadi.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[x.append(1) for x in a]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for x in a: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x.append(1)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Comprehension natija yig'ish uchun. Faqat yon ta'sir kerak bo'lsa — oddiy sikl.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{x for x in a if x}  # dict kutilgan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{x: 1 for x in a if x}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{ } ichida ikki nuqta bo'lmasa — bu set, dict emas.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31/96 —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List comprehension tuzilishi qanday?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Filtr uchun if qayerda turadi?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Dict comprehension qanday yoziladi?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Polimorfizm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@property nimaga kerak?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31/96 —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[ifoda for x in ketma_ketlik] — sikl va append'ni bir satrga jamlaydi.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Oxiridagi if — filtr. Boshidagi if/else — har element uchun tanlov.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{ } bilan set yoki dict comprehension. Murakkab bo'lsa — oddiy sikl yozing.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31/96 —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Sikllarni comprehension'ga aylantirish (5 misol)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30: Polymorphism &amp; Magic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28: Inheritance (meros)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19: Modullar 1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Generatorlar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1 milliondan iborat ro'yxat xotirani to'ldirib yuboradi. Elementlarni birma-bir, kerak bo'lganda yasab bo'lmaydimi?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31: Comprehensions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Ilg'or Python</cp:category>
</cp:coreProperties>
</file>