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Filtrlash chuqur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LIKE, IN, BETWEEN, IS NULL — filtrlashning kuchli vositalari.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LIKE bilan namuna bo'yicha qidira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 va BETWEEN bilan so'rovni qisqartira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NULL bilan to'g'ri ishlay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DISTINCT bilan takrorlarni olib tashlay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«Ma'lumot o'zgartirish»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CREATE TABLE, ma'lumot turlari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(O'z jadvalingizni yaratib, ma'lumot kiritish…)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Namuna bo'yicha qidirish. % — istalgan belgilar.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Nol yoki ko'p belgi. 'A%' — A bilan boshlanadi.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Aynan bitta belgi. 'A_i' — Ali, Ani,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 (a, b, 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Ro'yxatdagilardan biri.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BETWEEN a AND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Oraliqda. Ikkala chegara ham kiradi.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IS NULL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Bo'shmi? = NULL ishlamaydi!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LIKE namuna bo'yicha qidiradi — % istalgan belgilarni bildiradi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'A%'   — A bilan BOSHLANADI.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'%v'   — v bilan TUGAYDI.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'%li%' — ichida «li» BOR.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ILIKE (PostgreSQL) — katta-kichik harfni farqlamaydi.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like.sql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A bilan boshlanadigan ismlar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434184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'A%'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«ov» bilan tugaydigan familiyalar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058616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familiya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'%ov'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Ichida «li» bor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68304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'%li%'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Aynan 3 harfli 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'___'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 va BETWEEN uzun OR zanjirini qisqartiradi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 — «shu ro'yxatdagilardan biri».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BETWEEN — «shu oraliqda», ikkala chegara ham kiradi.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NOT IN va NOT BETWEEN ham bor.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Kod ancha qisqaradi va o'qilishi yaxshilanadi.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in_between.sql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912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912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6A6A76"/>
                </a:solidFill>
                <a:latin typeface="DejaVu Sans Mono"/>
              </a:rPr>
              <a:t>-- ✗ Uzun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05491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05491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01853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01853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'BE-1'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OR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'BE-2'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98215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98215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OR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'BE-3'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94577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94577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9093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9093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6A6A76"/>
                </a:solidFill>
                <a:latin typeface="DejaVu Sans Mono"/>
              </a:rPr>
              <a:t>-- ✓ Qisqa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469013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487301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487301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683663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83663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IN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'BE-1'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'BE-2'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'BE-3'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80025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80025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058099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076387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76387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6A6A76"/>
                </a:solidFill>
                <a:latin typeface="DejaVu Sans Mono"/>
              </a:rPr>
              <a:t>-- Oraliq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72749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72749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BETWEEN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NULL — «noma'lum». Uni = bilan taqqoslab bo'lmaydi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NULL — bo'sh emas, «qiymat noma'lum» degani.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yosh = NULL — HECH QACHON to'g'ri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To'g'risi: yosh IS NULL yoki yosh IS NOT NULL.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COALESCE(ustun, zaxira) — NULL bo'lsa zaxira qiymat.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null.sql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18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18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✗ Ishlamaydi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226040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✓ To'g'ri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3850472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Zaxira qiymat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68304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COALESCE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'yo''q'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-- Takrorlanmas qiymatlar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5515624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553391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53391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DISTINCT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Murakkab filtrlash so'rovlarini yozib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filtr.sql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-- 1) A bilan boshlanadigan, 16+ yoshdagilar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'A%'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-- 2) Uch guruhdan biri, yosh oralig'ida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'BE-1'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'BE-2'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BETWEEN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-- 3) Telefoni ko'rsatilmaganlar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-- 4) Nechta xil guruh bor?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DISTINCT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-- 5) Hammasi birga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DISTINCT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LIKE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'X%'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LIKE va oddiy shartni AND bilan birlashtirsa bo'ladi.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 — uzun OR zanjirining qisqa shakli.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 NULL — = NULL emas! Bu eng ko'p uchraydigan SQL xatosi.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DISTINCT — takrorlanmas qiymatlar. Python'dagi set() kabi.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so'rov nima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7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Telefoni yo'qlarni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 (0 qator)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Hammasini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29427"/>
            <a:ext cx="219456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29427"/>
            <a:ext cx="4876641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    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  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= NULL hech qachon TRUE bo'lmaydi — NULL «noma'lum» degani, noma'lum narsa noma'lumga teng emas. IS NULL esa to'g'ri ishladi.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filtrlash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20947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20947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6A6A76"/>
                </a:solidFill>
                <a:latin typeface="DejaVu Sans Mono"/>
              </a:rPr>
              <a:t>-- A bilan boshlanadigan ismlar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49030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49030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6EC27A"/>
                </a:solidFill>
                <a:latin typeface="DejaVu Sans Mono"/>
              </a:rPr>
              <a:t>'A_'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77113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77113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05196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05196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6A6A76"/>
                </a:solidFill>
                <a:latin typeface="DejaVu Sans Mono"/>
              </a:rPr>
              <a:t>-- Uch guruhdan biri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33279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33279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64" b="0" i="0">
                <a:solidFill>
                  <a:srgbClr val="6EC27A"/>
                </a:solidFill>
                <a:latin typeface="DejaVu Sans Mono"/>
              </a:rPr>
              <a:t>'A'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6EC27A"/>
                </a:solidFill>
                <a:latin typeface="DejaVu Sans Mono"/>
              </a:rPr>
              <a:t>'B'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6EC27A"/>
                </a:solidFill>
                <a:latin typeface="DejaVu Sans Mono"/>
              </a:rPr>
              <a:t>'C'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61362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61362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89445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89445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6A6A76"/>
                </a:solidFill>
                <a:latin typeface="DejaVu Sans Mono"/>
              </a:rPr>
              <a:t>-- 15 dan 18 gacha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17528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17528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45611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45611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173694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173694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6A6A76"/>
                </a:solidFill>
                <a:latin typeface="DejaVu Sans Mono"/>
              </a:rPr>
              <a:t>-- Telefoni yo'qlar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401777"/>
            <a:ext cx="219456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401777"/>
            <a:ext cx="5742249" cy="228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4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6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Namuna bo'yicha qidiruv — 4 harf. Va % belgisini unutmang.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Ro'yxatdan biri — 2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Oraliq uchun ikki so'z: ... AND ...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NULL bilan = ishlamaydi — ikki so'zli operator.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'BE-1'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IN bilan uchta guruhni qamrab 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Ism A bilan boshlanishi shartini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Yosh 15–18 oralig'ida bo'lsin (BETWEEN).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LIKE bilan 3 xil qidiruv so'rovini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 va BETWEEN ishlatib, murakkab filtr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IS NULL, DISTINCT va ORDER BY ni birlashtirgan 8 ta so'rov yozing.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telefon =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telefon IS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NULL ni = bilan taqqoslab bo'lmaydi — natija har doim bo'sh.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ism LIKE 'A'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ism LIKE 'A%'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% belgisisiz LIKE oddiy = kabi ishlaydi.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yosh BETWEEN 18 AND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yosh BETWEEN 15 AND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BETWEEN da kichik qiymat birinchi turadi.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LIKE 'A%' nimani topadi?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NULL ni qanday tekshiramiz?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DISTINCT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WHERE'siz UPDATE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ORDER BY DESC nimani anglatadi?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LIKE 'A%' — boshlanadi, '%A' — tugaydi, '%A%' — ichida bor.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 — ro'yxatdan biri, BETWEEN — oraliqda (ikkala chegara ham).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NULL ni faqat IS NULL / IS NOT NULL bilan tekshiring. = ishlamaydi.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42/96 — Filtrlash chuqur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Shartli filtrlash bo'yicha 8 ta so'rov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41: Ma'lumot o'zgartirish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39: GitHub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30: Polymorphism &amp; Magic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JOIN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Talabalar bir jadvalda, ularning baholari boshqasida. Ikkalasini birga ko'rish uchun nima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42: Filtrlash chuqur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