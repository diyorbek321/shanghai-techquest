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Guruhlash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15-hafta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GROUP BY va agregat funksiyalar — ma'lumotni umumlashtirib, statistika chiqarish.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COUNT, SUM, AVG, MIN, MAX ni ishlata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GROUP BY bilan guruhlab statistika chiqara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HAVING va WHERE farqini tushuntira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JOIN va GROUP BY ni birga ishlata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«JOIN»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Jadvallarni birlashtirish: INNER JOIN, LEFT JOIN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(Ikki jadvalni JOIN bilan birlashtirish…)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COUNT(*)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Qatorlar soni.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SUM(ustun)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Yig'indi.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AVG(ustun)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O'rtacha.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MIN / MAX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Eng kichik / eng katta.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GROUP 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Qatorlarni guruhlarga bo'ladi.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HAVING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Guruhlarni filtrlaydi. WHERE — qatorlarni.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Agregat funksiyalar ko'p qatordan bitta qiymat chiqaradi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COUNT(*) — hamma qatorni sanaydi.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COUNT(ustun) — NULL bo'lmaganlarini sanaydi.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SUM, AVG faqat sonli ustunlarda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AVG natijasi kasrli — ROUND bilan yaxlitlang.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agregat.sql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310128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32841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32841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5379" y="3518272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1683" y="353656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3656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telefon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54" b="0" i="0">
                <a:solidFill>
                  <a:srgbClr val="6A6A76"/>
                </a:solidFill>
                <a:latin typeface="DejaVu Sans Mono"/>
              </a:rPr>
              <a:t>-- NULL'siz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4470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4470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5284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5284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6099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6099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6913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6913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ROUND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AVG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ortacha_yosh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57728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57728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MIN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eng_yosh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8542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8542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MAX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eng_katta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9356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9356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COUNT(*) va COUNT(ustun) farq qiladi — ikkinchisi NULL'larni sanamaydi.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GROUP BY qatorlarni guruhlarga bo'ladi va har guruh uchun alohida hisoblaydi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GROUP BY guruh — har guruh uchun bitta qator chiqadi.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SELECT'da faqat guruhlangan ustun yoki agregat bo'lishi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nechta ustun bo'yicha guruhlash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ORDER BY bilan natijani tartiblang.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group_by.sql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-- Har guruhda nechta talaba?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0040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0040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soni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3814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3814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657600"/>
            <a:ext cx="536736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67588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67588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GROUP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guruh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91363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91363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DESC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15137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15137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38912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38912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-- Har guruhning o'rtacha yoshi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6268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62686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86460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86460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10235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10235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ROUND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AVG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ortacha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34009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34009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5559552"/>
            <a:ext cx="536736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557784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7784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GROUP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WHERE qatorlarni, HAVING esa guruhlarni filtrlaydi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WHERE — guruhlashdan OLDIN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HAVING — guruhlashdan KEYIN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HAVING ichida agregat ishlatsa bo'ladi: HAVING COUNT(*) &gt; 5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Tartib: WHERE → GROUP BY → HAVING → ORDER BY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having.sql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soni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40807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40807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734910"/>
            <a:ext cx="5367363" cy="21239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753198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53198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177" b="0" i="0">
                <a:solidFill>
                  <a:srgbClr val="6A6A76"/>
                </a:solidFill>
                <a:latin typeface="DejaVu Sans Mono"/>
              </a:rPr>
              <a:t>-- qatorlarni filtrladi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965589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65589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E5C87A"/>
                </a:solidFill>
                <a:latin typeface="DejaVu Sans Mono"/>
              </a:rPr>
              <a:t>GROUP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guruh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159692"/>
            <a:ext cx="5367363" cy="21239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177980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77980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E5C87A"/>
                </a:solidFill>
                <a:latin typeface="DejaVu Sans Mono"/>
              </a:rPr>
              <a:t>HAVING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177" b="0" i="0">
                <a:solidFill>
                  <a:srgbClr val="6A6A76"/>
                </a:solidFill>
                <a:latin typeface="DejaVu Sans Mono"/>
              </a:rPr>
              <a:t>-- guruhlarni filtrladi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90371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90371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7" b="0" i="0">
                <a:solidFill>
                  <a:srgbClr val="E5C87A"/>
                </a:solidFill>
                <a:latin typeface="DejaVu Sans Mono"/>
              </a:rPr>
              <a:t>DESC</a:t>
            </a:r>
            <a:r>
              <a:rPr sz="1177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02762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02762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15153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15153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6A6A76"/>
                </a:solidFill>
                <a:latin typeface="DejaVu Sans Mono"/>
              </a:rPr>
              <a:t>-- ✗ Bu ishlamaydi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27544"/>
            <a:ext cx="219456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27544"/>
            <a:ext cx="4763859" cy="212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7" b="0" i="0">
                <a:solidFill>
                  <a:srgbClr val="6A6A76"/>
                </a:solidFill>
                <a:latin typeface="DejaVu Sans Mono"/>
              </a:rPr>
              <a:t>-- WHERE COUNT(*) &gt;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Har bir kategoriya bo'yicha to'liq statistika chiqaramiz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statistika.sql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-- 1) Guruhlar bo'yicha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ROUND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AVG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ortacha_yosh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MIN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eng_yosh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MAX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eng_katta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389114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GROUP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DESC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-- 2) Faqat 5+ talabali guruhlar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soni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GROUP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" y="483792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HAVING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-- 3) JOIN bilan: har talabaning o'rtacha bali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baholar_soni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ROUND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AVG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ortacha_ball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LEFT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JOIN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baholar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talaba_id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" y="591995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GROUP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" y="605521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HAVING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ortacha_ball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DESC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LIMIT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GROUP BY guruh — har guruh uchun bitta natija qatori.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15-satr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HAVING agregat natijasini filtrlaydi — WHERE bu yerda ishlamaydi.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23-satr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GROUP BY t.id, t.ism — SELECT'dagi barcha agregatsiz ustun bu yerda bo'lishi kerak.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24-satr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Bahosi yo'qlarni chiqarib tashladik.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so'rov nima uchun xato beradi?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GROUP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GROUP BY yetishmaydi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WHERE'da agregat ishlatib bo'lmaydi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COUNT noto'g'ri yozilgan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yo'q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GROUP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HAVING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DESC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guruh   | soni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-----------+------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Backend-1 |    3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Frontend  |   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GROUP BY guruh bo'yicha 3 ta guruh hosil qildi. HAVING COUNT(*) &gt;= 2 — bitta talabali guruhni chiqarib tashladi. Qolgani ORDER BY bilan joylandi.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statistika chiqaring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ortacha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DESC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Qatorlarni sanaydigan funksiya — 5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O'rtacha hisoblaydigan funksiya — 3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Guruhlash — ikki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Guruhlarni filtrlaydigan so'z — 6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COUNT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Guruhlar bo'yicha guruhlang.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O'rtacha yoshni ham qo'shing.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3 tadan ko'p talabali guruhlarni qoldiring.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Har bir guruhdagi talabalar sonini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Har kategoriya bo'yicha COUNT, AVG, MIN, MAX ni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JOIN + GROUP BY: har talabaning o'rtacha balini toping.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guruh, ism, COUNT(*) FROM t GROUP BY guruh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guruh, COUNT(*) FROM t GROUP BY guruh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SELECT'dagi agregatsiz ustun GROUP BY'da bo'lishi shart.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WHERE COUNT(*) &gt;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HAVING COUNT(*) &gt;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Agregat natijasini WHERE filtrlay olmaydi — HAVING kerak.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AVG(yosh) FROM t  -- 15.666666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ROUND(AVG(yosh), 1) FROM t  -- 15.7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AVG uzun kasr beradi — ROUND bilan yaxlitlang.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GROUP BY nima qiladi?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WHERE va HAVING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COUNT(*) va COUNT(ustun) farqi bormi?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LEFT JOIN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LIKE '%a%' nimani topadi?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COUNT, SUM, AVG, MIN, MAX — ko'p qatordan bitta qiymat chiqaradi.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GROUP BY guruhlarga bo'ladi. SELECT'dagi agregatsiz ustun GROUP BY'da bo'lishi shart.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WHERE qatorlarni (guruhlashdan oldin), HAVING guruhlarni (keyin) filtrlaydi.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44/96 — Guruhlash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Har bir kategoriya bo'yicha statistika chiqarish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43: JOIN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41: Ma'lumot o'zgartirish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32: Generatorlar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DB dizayni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Jadvalni qanday loyihalash kerak — hammasini bitta jadvalga tiqamizmi, yoki bo'lish kerakmi? Qanday qoidalar bor?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44: Guruhlash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SQL</cp:category>
</cp:coreProperties>
</file>