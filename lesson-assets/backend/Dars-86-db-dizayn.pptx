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DB dizayn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ER diagram — loyihangizning skeleti. Bu yerdagi xato keyinchalik qimmatga tushadi.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Entity va munosabatlarni aniqlay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ER diagram chiza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1:N va M:N munosabatlarni to'g'ri loyihalay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Sxemani Django modellariga aylantira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«Loyiha rejasi»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G'oya tanlash, talablar yig'ish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g'oyasi va talablar hujjati…)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Asosiy tushuncha: Kitob, O'quvchi,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Entity xususiyati: nom, sana.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Entity'lar orasidagi bog'lanish.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Cardinality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1:1, 1:N, M:N.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ER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Entity-Relationship diagrammasi.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Junction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M:N uchun bog'lovchi jadval.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Entity'larni topish — talablar hujjatidagi OTLARNI ajratish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Talablardagi otlarni ro'yxat qiling.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Takrorlanuvchi va muhimlarini entity qiling.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entity uchun atributlarini yozing.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Fe'llar — odatda munosabat yoki amal.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entity topish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Talab: «O'quvchi kitobni band qiladi 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muddat tugagach qaytaradi»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OTLAR → entity nomzodlari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· O'quvchi     ✓ 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· Kitob        ✓ 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· Muddat       → Band atributi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FE'LLAR → munosabat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· band qiladi  → Band entity (M:N junction)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· qaytaradi    → Band.qaytarilgan_sana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Yakuniy entity'lar: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O'quvchi · Kitob · Muallif · 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Munosabat turini savol bilan aniqlang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«Bitta A da nechta B bo'lishi mumkin?» — ikki tomondan so'rang.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va ko'p → 1:N. FK «ko'p» tomonda.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Ko'p va ko'p → M:N. Junction jadval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M:N da qo'shimcha ma'lumot bo'lsa — alohida 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munosabat aniqlash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88292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88292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Muallif ↔ Kitob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88430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88430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Bitta muallifda nechta kitob? → ko'p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88568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88568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Bitta kitobda nechta muallif? → 1 (soddalik uchun)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88706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88706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→ 1:N. FK Kitob'da.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88844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88844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88982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88982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O'quvchi ↔ Kitob (band qilish)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Bitta o'quvchi nechta kitob oladi? → ko'p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589258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89258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Bitta kitobni nechta o'quvchi olgan? → ko'p (vaqt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89396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89396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                                    bo'yicha)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89534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89534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→ M:N. Lekin sana ham kerak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89672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89672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Band entity: o'quvchi_id, kitob_id,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89810"/>
            <a:ext cx="219456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89810"/>
            <a:ext cx="4763859" cy="20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9" b="0" i="0">
                <a:solidFill>
                  <a:srgbClr val="FFFFFF"/>
                </a:solidFill>
                <a:latin typeface="DejaVu Sans Mono"/>
              </a:rPr>
              <a:t>                 olingan, qaytarish_muddati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ER diagram — sxemani chizish va tekshirish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entity — to'rtburchak, atributlari ichida.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Munosabat — chiziq, uchida 1 yoki 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dbdiagram.io yoki drawSQL — bepul onlayn vositalar.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Diagrammani README'ga qo'ying.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ER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┌──────────────┐        ┌──────────────┐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 Muallif     │       │  Kitob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├──────────────┤  1   N├──────────────┤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id       PK  │───────│ id       PK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ism          │       │ nom       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tugilgan     │       │ muallif_id FK│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└──────────────┘       │ nusxalar   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└──────┬───────┘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       │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┌──────────────┐         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 Oquvchi     │              │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├──────────────┤       ┌──────┴───────┐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id       PK  │  1   N│  Band       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user_id  FK  │───────├──────────────┤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│ telefon      │       │ id       PK  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└──────────────┘       │ oquvchi_id FK│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│ kitob_id   FK│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│ olingan      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│ muddat       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│ qaytarilgan  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     └──────────────┘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ER diagrammani Django modellariga aylantiramiz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kutubxona/models.py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yangilangan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auto_now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abstract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tugilgan_yil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PositiveIntegerField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PROTECT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PositiveIntegerField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" y="754300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qaytarilgan__isnull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8952" y="821927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AsosiyModel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settings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AUTH_USER_MODEL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CASCADE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PROTECT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muddat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" y="99775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" y="101311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6152" y="101311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constraints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" y="102663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16152" y="102663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UniqueConstraint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5256" y="104016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16152" y="104016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5256" y="105368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16152" y="105368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condition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5256" y="106721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16152" y="106721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qaytarilgan__isnull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5256" y="108073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16152" y="108073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bir_kitob_bir_marta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256" y="109426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16152" y="109426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5256" y="110778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16152" y="110778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40-satr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settings.AUTH_USER_MODEL — User'ni to'g'ridan-to'g'ri import qilmang. Bu almashtirish imkonini beradi.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35-satr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@property — hisoblanadigan qiymat (29-dars). Bazada maydon emas.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53-satr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UniqueConstraint + condition — bir o'quvchi bir kitobni bir vaqtda ikki marta ololmasin.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PROTECT — bandi bor kitobni o'chirishga yo'l qo'ymaydi.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«Bir o'quvchi ko'p kitob oladi, bir kitobni ko'p o'quvchi oladi» — bu qanday munosabat?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O'quvchi ↔ Kitob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1:1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1:N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M:N (junction kerak)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Munosabat yo'q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makemigrations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kutubxona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shell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762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762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6EC27A"/>
                </a:solidFill>
                <a:latin typeface="DejaVu Sans Mono"/>
              </a:rPr>
              <a:t>from kutubxona.models import Kitob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80700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80700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6EC27A"/>
                </a:solidFill>
                <a:latin typeface="DejaVu Sans Mono"/>
              </a:rPr>
              <a:t>print([f.name for f in Kitob._meta.get_fields()])"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Migrations for 'kutubxona':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+ Create model Muallif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+ Create model Kitob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+ Create model Band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Applying kutubxona.0001_initial... OK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['bandlar', 'id', 'yaratilgan', 'yangilangan',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'nom', 'muallif', 'isbn', 'nusxalar']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Uch model yaratildi. E'tibor bering: «bandlar» ham ro'yxatda — bu related_name orqali hosil bo'lgan teskari bog'lanish. Kitobdan uning bandlarini olish mumkin.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modelni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settings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CASCADE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1:N bog'lanish maydoni — 10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User modeliga ishora — settings.AUTH_…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Teskari murojaat nomi — related_…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Bog'langan obyekt o'chishiga yo'l qo'ymaydi — 7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2072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2072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C9A961"/>
                </a:solidFill>
                <a:latin typeface="DejaVu Sans Mono"/>
              </a:rPr>
              <a:t>250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muallif ForeignKey qo'shing (PROTECT bilan).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isbn unique maydonini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bosh_nusxalar @property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 uchun entity'lar ro'yxatini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ER diagram chizing (qog'ozda yoki dbdiagram.io da).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Diagrammani Django modellariga aylantiring va migratsiya qiling.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django.contrib.auth.models import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settings.AUTH_USER_MODEL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User'ni to'g'ridan-to'g'ri import qilsangiz, keyinchalik uni almashtirish qiyin bo'ladi.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M:N uchun 2 ta jadval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M:N uchun junction: Band(oquvchi_id, kitob_id, sana)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Munosabatda qo'shimcha ma'lumot bo'lsa — alohida entity kerak.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on_delete=models.CASCADE  # kitob uchun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on_delete=models.PROTECT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CASCADE bilan kitob o'chsa butun band tarixi yo'qoladi.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Entity'larni qanday topamiz?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M:N munosabatda qo'shimcha ma'lumot bo'lsa nima qilinadi?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AUTH_USER_MODEL nima uchun ishlatiladi?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MVP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User story qanday yoziladi?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Entity — talablardagi otlar. Munosabat — fe'llar.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«Bitta A da nechta B?» — ikki tomondan so'rab, cardinality'ni aniqlang.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M:N da qo'shimcha ma'lumot bo'lsa — alohida entity (junction) yarating.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86/96 — DB dizayn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uchun ER diagram chizish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85: Loyiha rejasi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83: Gunicorn &amp; Nginx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74: pytest / Django test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Setup &amp; Modellar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Sxema tayyor. Endi loyihaning skeletini qanday tartibda quramiz?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86: DB dizayn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