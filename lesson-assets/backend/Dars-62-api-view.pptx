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API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APIView — birinchi haqiqiy API endpoint. Brauzerda ochilsa chiroyli, dastur so'rasa JSON.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APIView bilan endpoint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Response obyektini ishlata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GET so'rovga JSON qaytara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DRF'ning Browsable API imkoniyatini ishlata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«DRF kirish»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Django REST Framework o'rnatish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(Model uchun serializer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APIView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DRF'ning asosiy view class'i.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DRF javob obyekti. Formatni o'zi tanlaydi.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@api_view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Funksiyaviy view uchun dekorator.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HTTP status kodlar konstantalari.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Browsable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DRF'ning brauzerdagi sinov interfeysi.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Content negotiation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Client qanday format so'rasa — o'shani berish.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APIView — Django View'ining API uchun kengaytirilgan versiyasi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get, post, put, delete — HTTP metodlari metod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request — DRF'ning boyitilgan so'rov obyekti.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Response — formatni o'zi tanlaydi (JSON, HTML).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Django'dagi funksiyaviy view'dan aniqroq tuzilgan.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views.py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blog/views.py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APIView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77839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PostRoyxat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498217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65379" y="559351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Response status kodni ham qaytaradi — uni aniq yozing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Response(data) — standart holda 200.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Response(data, status=…) — aniq kod.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status.HTTP_201_CREATED — raqam emas, nom bilan.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Nom bilan yozish kodni o'qishli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status.py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PostBatafsil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DoesNotExist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xato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Topilmadi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5379" y="4727448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HTTP_404_NOT_FOUND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65379" y="5618988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    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HTTP_200_OK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@api_view — funksiyaviy view uchun soddaroq 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Ruxsat etilgan metodlar ro'yxat bilan beriladi.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Kichik endpointlar uchun qulay.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Katta loyihada class'lar afzalroq.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Ikkalasi ham bir xil natija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api_view.py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decorators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api_view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657600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C9A961"/>
                </a:solidFill>
                <a:latin typeface="DejaVu Sans Mono"/>
              </a:rPr>
              <a:t>@api_view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GET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post_royxat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4905756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C9A961"/>
                </a:solidFill>
                <a:latin typeface="DejaVu Sans Mono"/>
              </a:rPr>
              <a:t>@api_view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GET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GET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ok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Ro'yxat qaytaruvchi birinchi API endpoint'ni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shortcuts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PostRoyxat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"""GET /api/postlar/ — barcha postlar."""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483792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query_params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sarlavha__icontains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soni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natijalar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PostBatafsil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"""GET /api/postlar/&lt;pk&gt;/ — bitta post."""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8952" y="713724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urls.py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" y="781351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path("api/postlar/", views.PostRoyxat.as_view()),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path("api/postlar/&lt;int:pk&gt;/", views.PostBatafsil.as_view()),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15-satr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request.query_params — DRF'da request.GET ning yangi nomi. Ikkalasi ham ishlaydi.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many=True — ro'yxat uchun shart (61-dars).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32-satr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get_object_or_404 DRF'da ham ishlaydi va to'g'ri 404 qaytaradi.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37-satr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.as_view() — class-based view uchun SHART. Eng ko'p unutiladigan qadam.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urls.py da .as_view() yozilmasa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api/postlar/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PostRoyxat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Ishlaydi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TypeError — view chaqirilmaydi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404 qaytadi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Bo'sh javob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http://127.0.0.1:8000/api/postlar/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8259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8259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48102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48102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6EC27A"/>
                </a:solidFill>
                <a:latin typeface="DejaVu Sans Mono"/>
              </a:rPr>
              <a:t>'Accept: application/json'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7945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7945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http://127.0.0.1:8000/api/postlar/1/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{"soni":2,"natijalar":[{"id":1,"sarlavha":"Django"},{"id":2,"sarlavha":"ORM"}]}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{"id":1,"sarlavha":"Django","matn":"..."}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curl JSON oldi. Xuddi shu manzilni BRAUZERDA ochsangiz — DRF chiroyli HTML interfeys ko'rsatadi. Bu content negotiation: client nima so'rasa — o'sha format.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endpoint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PostRoyxat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urls.py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path("api/postlar/", views.PostRoyxat.__________()),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DRF'ning asosiy view class'i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Javob obyekti — 8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GET so'rovni qayta ishlaydigan metod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Class-based view'ni URL'ga ulash metodi.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PostRoyxat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97520"/>
            <a:ext cx="219456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97520"/>
            <a:ext cx="4876641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7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66624"/>
            <a:ext cx="219456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66624"/>
            <a:ext cx="4876641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7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5728"/>
            <a:ext cx="219456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5728"/>
            <a:ext cx="4876641" cy="16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7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7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93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chop etilganlarni filtrlang.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query_params bilan qidiruv qo'shing.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Javobga «soni» maydonini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Ro'yxat qaytaruvchi API endpoint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Bitta obyektni qaytaruvchi endpoint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Brauzerda Browsable API'ni oching va curl bilan taqqoslang.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path('api/', views.PostRoyxat)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path('api/', views.PostRoyxat.as_view())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Class-based view uchun .as_view() shart.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ser.data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Response(ser.data)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View HttpResponse (yoki Response) qaytarishi kerak.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Response(ser.data, 404)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Response(ser.data, status=404)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Ikkinchi pozitsion argument status emas — nomi bilan bering.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APIView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Response va HttpResponse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.as_view() nima uchun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many=True qachon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get_object_or_404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APIView'da HTTP metodlari — class metodlari: get(), post().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Response formatni o'zi tanlaydi. status=… ni aniq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urls.py da .as_view() SHART — eng ko'p unutiladigan qadam.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62/96 — API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Ro'yxat qaytaruvchi API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61: DRF kirish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59: Forms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50: HTTP protokoli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ViewSets &amp; Routers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Har model uchun bir xil kod yozamizmi? DRF'da buni qisqartiradigan vosita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62: API View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