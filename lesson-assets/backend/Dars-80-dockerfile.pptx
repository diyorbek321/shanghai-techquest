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Dockerfile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27-hafta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Dockerfile — o'z ilovangiz uchun image yasash retsepti.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Dockerfile yozib, image qura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Asosiy Dockerfile buyruqlarini bilasiz.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Layer caching'dan foydalana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Django ilovasini konteynerlay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«Docker asoslari»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Docker nima, muammoni yechishi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(Tayyor image'ni ishga tushirish…)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Dockerfile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Image qurish yo'riqnomasi.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FROM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Asos image.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WORKDIR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Ishchi papka.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Fayllarni image ichiga nusxalash.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Qurish paytida buyruq bajarish.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Konteyner ishga tushganda bajariladigan buyruq.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Dockerfile — har satri yangi qatlam (layer) yaratadi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FROM — qaysi asosdan boshlaymiz.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WORKDIR — ishchi papka (cd kabi).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COPY — fayllarni ichiga ko'chirish.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RUN — qurishda bajariladi. CMD — ishga tushganda.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Dockerfile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017896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03618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03618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FROM python:3.12-slim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683" y="324432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24432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45247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45247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WORKDIR /app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66061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66061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3850472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386876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6876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COPY requirements.txt 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07690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07690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RUN pip install --no-cache-dir -r requirements.txt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28504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28504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474904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49319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49319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COPY . 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70133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70133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90948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90948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EXPOSE 8000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11762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11762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32576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32576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CMD ["python", "manage.py", "runserver",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53391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53391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    "0.0.0.0:8000"]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requirements.txt ni koddan OLDIN nusxalash qurishni 10 barobar tezlashtiradi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Docker har qatlamni keshlaydi.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Qatlam o'zgarmasa — qayta qurilmaydi.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Kod tez-tez o'zgaradi, bog'liqliklar — kam.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Shuning uchun requirements avval nusxalanadi.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layer caching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10948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10948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# ✗ Sekin — har kod o'zgarishida pip install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07310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07310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COPY . 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03672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03672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RUN pip install -r requirements.txt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00034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00034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96396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96396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# ✓ Tez — pip faqat requirements o'zgarganda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4174470"/>
            <a:ext cx="5367363" cy="1963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4192758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192758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COPY requirements.txt 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370832"/>
            <a:ext cx="5367363" cy="1963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389120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389120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RUN pip install -r requirements.txt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567194"/>
            <a:ext cx="5367363" cy="1963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585482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585482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COPY . 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781844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781844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978206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978206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# Natija: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174568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174568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#   kod o'zgardi → faqat oxirgi COPY qayta bajariladi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370930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370930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#   qurish vaqti: 90 s → 3 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.dockerignore image hajmini keskin kamaytiradi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.venv, __pycache__, .git — image'ga kirmasligi kerak.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.gitignore kabi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Image hajmi kichik bo'lsa — deploy tez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python:3.12-slim asosi ham hajmni kamaytiradi.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.dockerignore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# .dockerignore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8211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8211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.venv/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0157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0157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__pycache__/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2102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2102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*.pyc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84048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84048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.git/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5993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5993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.env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7939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7939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*.sqlite3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49884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49884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media/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71830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1830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.pytest_cache/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93775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93775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15721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15721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# Natija: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37666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37666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#   .dockerignore'siz:  1.2 GB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59612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59612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#   .dockerignore bilan: 180 MB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Django loyihasi uchun Dockerfile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Dockerfile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FROM python:3.12-slim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 Python sozlamalari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335013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ENV PYTHONDONTWRITEBYTECODE=1 \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PYTHONUNBUFFERED=1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WORKDIR /app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 Tizim bog'liqliklari (psycopg2 uchun)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RUN apt-get update \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&amp;&amp; apt-get install -y --no-install-recommends \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gcc libpq-dev \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456741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&amp;&amp; rm -rf /var/lib/apt/lists/*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 Bog'liqliklar — koddan OLDIN (caching)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" y="497317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COPY requirements.txt 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RUN pip install --no-cache-dir -r requirements.txt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 Kod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COPY . 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 root emas — xavfsizlik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" y="591995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RUN useradd -m app &amp;&amp; chown -R app:app /app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USER app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EXPOSE 8000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CMD ["gunicorn", "config.wsgi:application", \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"--bind", "0.0.0.0:8000"]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4-satr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PYTHONUNBUFFERED=1 — loglar darhol ko'rinadi, buferlanmaydi.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13-satr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rm -rf apt cache — image hajmini kamaytiradi.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16-satr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requirements avval — layer caching (asosiy optimizatsiya).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23-satr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root'dan ishlamang — konteyner buzilsa zarar kam bo'ladi.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Kodning bitta satrini o'zgartirsangiz, «COPY . .» dan OLDINGI qatlamlar qayta quriladimi?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COPY requirements.txt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RUN pip install -r requirements.txt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COPY . .          ← kod o'zgardi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Ha, hammasi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Yo'q, cache'dan olinadi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Faqat FROM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Tasodifiy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build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blog:1.0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… kodda bitta satr o'zgartirildi 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build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blog:1.1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[1/6] FROM python:3.12-slim        1.2s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[4/6] RUN pip install ...         84.3s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[6/6] COPY . .                     0.4s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Successfully built  (89.1s)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[1/6] FROM python:3.12-slim      CACHED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[4/6] RUN pip install ...        CACHED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[6/6] COPY . .                     0.4s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Successfully built  (1.8s)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Ikkinchi qurishda pip install CACHED bo'ldi — requirements.txt o'zgarmagan. Faqat oxirgi COPY qayta bajarildi: 89 s → 1.8 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Dockerfile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3134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3134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____ python:3.12-slim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5535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5535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7936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7936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_______ /app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0337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0337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2738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2738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____ requirements.txt 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5139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15139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___ pip install -r requirements.txt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7540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7540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59941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59941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COPY . 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82342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82342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4743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4743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______ 8000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27144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27144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49545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49545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___ ["python", "manage.py", "runserver", "0.0.0.0:8000"]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Asos image — 4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Ishchi papka — 7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Fayl nusxalash — 4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Qurishda buyruq — 3 harf. Ishga tushganda — 3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Dockerfile satrlarini to'g'ri (tez quriladigan)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RUN pip install -r requirements.txt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bog'liqliklarni o'rnatish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90672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182112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090672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90672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FROM python:3.12-slim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090672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asos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94176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785616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694176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94176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COPY requirements.txt 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694176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requirements avval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97680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389120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297680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297680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WORKDIR /app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297680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ishchi papka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01184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4992624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4901184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901184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COPY . 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4901184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kod keyin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504688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13816" y="5596128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3816" y="5504688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504688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CMD ["gunicorn", "config.wsgi"]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186" y="5504688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ishga tushirish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FROM python:3.12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COPY .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RUN pip install -r requirements.txt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requirements.txt ni koddan oldin nusxalang.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WORKDIR va CMD qo'shing.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.dockerignore yaratib, image hajmini solishtiring.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Django loyihasi uchun Dockerfile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.dockerignore qo'shib, image hajmini o'lchang.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Image qurib, konteyner ishga tushiring va brauzerda oching.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COPY . 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RUN pip install -r requirements.txt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COPY requirements.txt 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RUN pip install ...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COPY .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Har kod o'zgarishida pip qayta ishlaydi — qurish 90 s oladi.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.dockerignore yo'q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.venv/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__pycache__/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.git/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.venv va .git image'ga tushsa hajm 1 GB dan oshadi.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CMD ["python", "manage.py", "runserver"]  # prod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CMD ["gunicorn", "config.wsgi:application"]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runserver faqat ishlab chiqish uchun — prod'da Gunicorn.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Dockerfile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Nima uchun requirements koddan oldin nusxalanadi?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.dockerignore nima qiladi?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Volume nima uchun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.delay()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Dockerfile — image qurish retsepti. Har satr yangi qatlam.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requirements.txt ni koddan OLDIN nusxalang — caching qurishni 50 barobar tezlashtiradi.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.dockerignore bilan .venv va .git ni chiqarib tashlang.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80/96 —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Django loyihasi uchun Dockerfile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79: Docker asoslari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77: Redis &amp; Caching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68: Auth 2 (JWT)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docker-compose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Ilova, baza va Redis — uchta konteyner. Har birini alohida ishga tushiramizmi?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80: Dockerfile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Docker</cp:category>
</cp:coreProperties>
</file>