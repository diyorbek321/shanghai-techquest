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Arifmetik operatorlar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Python — kuchli kalkulyator. Bugun 7 ta amalni o'rganamiz va haqiqiy kalkulyator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+ - * / // % ** amallarini farqlab ishlata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/ va // orasidagi farqni misolda ko'rsata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% (qoldiq) yordamida juft/toq sonni aniqlay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Amallar tartibini bilib, qavs bilan boshqara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«Ma'lumot turlari»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int, float, str, bool turlari. type() funksiyasi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(Turli turdagi 6 ta o'zgaruvchi yaratish va type() bilan teks…)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/  (bo'lish)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doim float qaytaradi: 10 / 2 → 5.0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// (butun bo'lish)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Kasr qismini tashlab yuboradi: 10 // 3 →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%  (qoldiq)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Bo'lishdan qolgan qism: 10 % 3 →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** (daraja)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Darajaga ko'tarish: 2 ** 10 → 1024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Amallar tartibi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Avval **, keyin * / // %, oxirida + -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Qavs (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Tartibni majburan o'zgartiradi: (2+3)*4 →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Uchta bo'lish amali bor va ular butunlay boshqacha natija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/  — oddiy bo'lish, natija har doim float: 7 / 2 → 3.5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// — butun bo'lish, kasrni tashlaydi: 7 // 2 → 3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%  — qoldiq: 7 % 2 → 1 (7 ni 2 ga bo'lganda 1 qoladi)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// va % juft ishlatiladi: soat/daqiqa, juft/toq aniqlashda.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bolish.py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3.5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5379" y="3580637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851146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5.0  ← float!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5    ← 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Diqqat: 10 / 2 natijasi 5 emas, 5.0. / har doim float beradi.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% qoldiq amali — juft/toq aniqlashning eng oson yo'li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Juft son 2 ga qoldiqsiz bo'linadi → son % 2 == 0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Toq son bo'lganda qoldiq 1 bo'ladi → son % 2 == 1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 usul butun kurs davomida kerak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Boshqa misol: 125 % 10 → 5 (oxirgi raqamni ajratadi).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qoldiq.py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8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0  → juft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  → toq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125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5  → oxirgi raqam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125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12 → oxirgisiz qism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 matematikadagi amallar tartibiga to'liq amal qiladi — qavs esa tartibni buzadi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1) ** daraja  2) * / // %  3) + −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darajadagi amallar chapdan o'ngga bajariladi.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Qavs har doim birinchi hisoblanadi.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Shubha bo'lsa — qavs qo'ying. Kod o'qilishi ham yaxshilanadi.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tartib.py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14, 3*4 avval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70443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70443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20, qavs avval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12470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12470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512, o'ngdan chapga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54497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54497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3,  chapdan o'ngga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Daqiqani soat va daqiqaga ajratuvchi dasturni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vaqt.py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6A6A76"/>
                </a:solidFill>
                <a:latin typeface="DejaVu Sans Mono"/>
              </a:rPr>
              <a:t># Umumiy daqiqani soat:daqiqa ko'rinishiga o'tkazish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546818"/>
            <a:ext cx="6345753" cy="2366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56510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56510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2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Necha daqiqa? 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80179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80179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4020198"/>
            <a:ext cx="6345753" cy="2366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403848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3848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soat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C9A961"/>
                </a:solidFill>
                <a:latin typeface="DejaVu Sans Mono"/>
              </a:rPr>
              <a:t>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256888"/>
            <a:ext cx="6345753" cy="2366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427517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27517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daqiqa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C9A961"/>
                </a:solidFill>
                <a:latin typeface="DejaVu Sans Mono"/>
              </a:rPr>
              <a:t>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51186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51186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730268"/>
            <a:ext cx="6345753" cy="2366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474855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4855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 daqiqa = 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soat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 soat 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daqiqa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 daqiqa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int() shart — input() matn qaytaradi, matnni bo'lib bo'lmaydi.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// butun bo'lish: 135 // 60 → 2 to'liq soat. Kasr tashlanadi.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% qoldiq: 135 % 60 → 15 daqiqa qoldi.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135 kiritsangiz: «135 daqiqa = 2 soat 15 daqiqa»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/ 4.5 /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4.5 / 4.5 /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/ 4 /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/ 4.5 /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4.5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// kasrni tashladi → 4. / to'liq bo'ldi → 4.5. % qoldiqni berdi → 1. Uchta amal, uchta xil javob.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juft/toqni aniqlasin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qoldiq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Qoldiq: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qoldiq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qoldiq 0 bo'lsa juft, 1 bo'lsa toq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Kvadrati: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2-satr: bo'lishdan qolgan qismni beradigan amal.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6-satr: darajaga ko'taradigan amal — ikki belgidan iborat.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Ikkalasida ham o'ng tomonda 2 turgani tasodif emas.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O'rtacha ballni hisoblovchi dastur —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ortacha = (a + b + c)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hisoblash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 = int(input("1-ball: "))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birinchi ball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print(f"O'rtacha: {ortacha}")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chiqarish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 = int(input("2-ball: "))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qolgan ballar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 = int(input("3-ball: "))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qolgan ballar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Birinchi 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Ikkinchi 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Yig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indi: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Ayirma, ko'paytma va bo'linmani ham chiqaring.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Bo'linmani // ga almashtirib, farqni ko'ring.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 ning b-darajasini hisoblab chiqaring.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 sonni so'rab, 4 ta amal (+ − * /) natijasini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sekund so'rab, uni «X daqiqa Y sekund» ko'rinishida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xonali son so'rab, uning raqamlari yig'indisini toping (// va % bilan).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narx = input("Narx: 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jami = narx *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narx = int(input("Narx: "))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jami = narx *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int() qo'yilmasa "5" * 2 → "55" bo'ladi, 10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print(10 / 3)  # 3 kutilgan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print(10 // 3)  #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Butun natija kerak bo'lsa / emas, // ishlating.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print(2 + 3 * 4)  # 20 kutilgan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print((2 + 3) * 4)  #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Ko'paytirish qo'shishdan avval bajariladi. Qavs kerak.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7 / 2 va 7 // 2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% amali nima qaytaradi? Juft sonni qanday aniqlaymiz?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2 ** 5 nechchi?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int() qachon kerak bo'ladi?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O'zgaruvchi nomiga qanday qoidalar bor?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/ har doim float beradi, // butun qismni, % qoldiqni beradi.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% bilan juft/toq aniqlanadi va sonning oxirgi raqami ajratiladi.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Amallar tartibi: ** → * / // % → + −. Qavs hammasidan ustun.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4/96 — Arifmetik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Ikki sonni qo'shib/ko'paytiruvchi kalkulyator (input orqali)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3: Ma'lumot turlari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1: Dasturlashga kirish va sozlash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Satrlar (Strings)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Ismingizning 3-harfini olishni xohlaysiz. ism[3] deb yozsak nima chiqadi deb o'ylaysiz? Ehtimol siz kutgan harf emas.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4: Arifmetik operatorlar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