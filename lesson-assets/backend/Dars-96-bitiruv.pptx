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Bitiruv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Karyera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4540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75788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32-hafta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Bitiruv. 96 dars, 3 loyiha, 8 oy. Bugun natijani ko'rsatamiz va keyingi yo'lni belgilaymiz.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Loyihangizni 5 daqiqada taqdim qila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Texnik savollarga ishonch bilan javob bera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O'z bilimingizni realistik baholay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Keyingi o'rganish rejasini tuza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«Intervyuga tayyorgarlik»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Texnik intervyu savollari (Python, Django, SQL)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(20 ta intervyu savoliga javob tayyorlash…)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Mock intervyu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Mashq uchun soxta suhbat.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Loyihaning jonli ko'rsatuvi.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Elevator pitch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30 soniyalik o'zini tanishtirish.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Feedback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Boshqalardan olingan fikr.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Continuous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Doimiy o'rganish.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Keyingi o'rganish yo'l xaritasi.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 taqdimoti — 5 daqiqa, aniq tuzilma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 daq — Muammo va yechim. Nima uchun bu loyiha?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2 daq — Jonli demo. Eng muhim oqim.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 daq — Texnik yechimlar. Nima uchun shunday?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1 daq — Qiyinchilik va o'rganganlaringiz.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taqdimot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TAQDIMOT TUZILMASI (5 daqiqa)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1. MUAMMO (30 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«Maktab kutubxonasida kitoblar daftarga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yoziladi. Kim nima olganini topish qiyin.»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2. YECHIM (30 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«Band qilish va kuzatishni avtomatlashtirgan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REST API qurdim.»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3. DEMO (2 daq)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Swagger ochish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Register → login → token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Kitob qidirish → band qilish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Limit qoidasini ko'rsatish (400 xatosi)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4. TEXNIK (1 daq)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Django + DRF + PostgreSQL + Docker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JWT auth, rol asosidagi ruxsat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Biznes mantiq services.py da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· 40 test, 95% coverage, CI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5. QIYINCHILIK (1 daq)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«N+1 muammosi: 61 so'rov ketardi.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20875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debug-toolbar bilan topib, select_related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11683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22579" y="634400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bilan 2 taga tushirdim — 23 barobar tez.»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Backend yo'lida keyingi qadamlar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Kurs — boshlanish, tugash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Chuqurlik: async, WebSocket, mikroxizmatlar.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Kenglik: FastAPI, Go, bulut xizmatlari.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2-3 oyda bitta yangi loyiha.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KEYINGI 6 OY (tavsiya)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1-2 OY  ·  Mustahkamlash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Yana 1-2 loyiha (boshqa domen)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LeetCode Easy/Medium — haftada 3 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Ochiq kodga birinchi PR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3-4 OY  ·  Chuqurlashish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async/await, Django Channels (WebSocket)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Celery beat, murakkab vazifalar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PostgreSQL: EXPLAIN, murakkab indekslar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Nginx, monitoring (Prometheus/Grafana)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5-6 OY  ·  Kengayish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FastAPI (async API)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AWS yoki boshqa bulut asoslari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Mikroxizmatlar va message queue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System design asoslari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DOIMIY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Har kuni 30 daqiqa kod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Haftada 1 ta texnik maqola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· Oyiga 1 ta yangi kutubxona sinash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Bitiruv taqdimoti va mock intervyu tartibi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bitiruv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DARS TARTIBI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1. TAQDIMOTLAR (har talaba 5 + 3 daq savol)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Baholash mezonlari: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Muammo aniq tushuntirildimi?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375589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Demo ishladimi (xatosiz)?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Texnik qarorlar asoslandimi?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□ Savollarga ishonch bilan javob berildimi?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2. MOCK INTERVYU (juftlikda, 15 daq)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A talaba — intervyu oluvchi: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· 5 ta texnik savol (95-darsdan)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· 1 ta loyiha savoli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· 1 ta «bilmasligi mumkin» savol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B talaba — nomzod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Keyin almashadi.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Feedback: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· Nima yaxshi chiqdi?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" y="591995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· Nimani yaxshilash kerak?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3. YAKUNIY SO'Z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Har talaba: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· Kursdan eng muhim 1 narsa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· Keyingi 3 oylik reja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4. SERTIFIKAT VA GURUH SURATI 🎓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Demo XATOSIZ ishlashi kerak — oldindan 3 marta mashq qiling.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Mock intervyu — ikki tomondan foydali: savol berish ham o'rgatadi.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23-satr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Feedback aniq bo'lsin: «yaxshi edi» emas, «N+1 javobingizda misol yo'q edi».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Reja yozib qo'yilsa bajarilish ehtimoli ancha oshadi.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Demo paytida kod xato bersa nima qilish kerak?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Taqdimot paytida endpoint 500 qaytardi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Vahima qilish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Xotirjam tushuntirib, zaxira skrinshotga o'tish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Taqdimotni to'xtatish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Xatoni yashirish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A6A76"/>
                </a:solidFill>
                <a:latin typeface="DejaVu Sans Mono"/>
              </a:rPr>
              <a:t># Yakuniy tekshiruv — hammasi ishlayaptimi?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-sI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https://kutubxona.uz/api/docs/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325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325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pytest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-q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--cov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apps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tail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8067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8067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log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--oneline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wc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HTTP/2 200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40 passed in 4.71s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TOTAL  122  6  95%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4" b="0" i="0">
                <a:solidFill>
                  <a:srgbClr val="FFFFFF"/>
                </a:solidFill>
                <a:latin typeface="DejaVu Sans Mono"/>
              </a:rPr>
              <a:t>87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Loyiha internetda ishlayapti, 40 test o'tyapti, 95% coverage, 87 ta commit. Bu — 8 oylik mehnatning o'lchanadigan natijasi. Portfolio'ngiz tayyor.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taqdimotni rejalashtiring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1. ________ (30 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Qanday muammoni yechdingiz?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2. YECHIM (30 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Nima qurdingiz?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3. ____ (2 daq)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Jonli ko'rsatuv — eng muhim oqim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4. _______ (1 daq)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Qaysi texnologiya va NIMA UCHUN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5. ___________ (1 daq)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Eng qiyin muammo va uni qanday yechdingiz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Har taqdimot muammodan boshlanadi.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Jonli ko'rsatuv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Texnologiyalar bo'limi.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O'rganganlaringiz — qiyinchilik haqida.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Mening loyiham: kutubxona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Django bilan yozilgan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5 daqiqalik taqdimot rejasini yozing.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Demo skriptini tayyorlang (qaysi tugma, qaysi tartibda).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Eng qiyin muammo hikoyasini STAR bilan yozing.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5 daqiqalik taqdimotni oyna oldida 3 marta mashq qiling.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Demo'ni oxirigacha xatosiz o'tkazing (zaxira skrinshot bilan).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Juftlikda mock intervyu o'tkazing va bir-biringizga feedback bering.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demo taqdimot paytida birinchi marta ishlatiladi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demo oldindan 3 marta sinab ko'rilgan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Sinalmagan demo albatta xato beradi — Merfi qonuni.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«Django ishlatdim, chunki kursda o'rgatishdi»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«Django tanladim, chunki admin panel va ORM tayyor edi»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Har texnik qaror uchun SABAB tayyor bo'lsin.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kursdan keyin reja yo'q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3 oylik aniq reja yozilgan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Rejasiz bilim 2-3 oyda unutiladi.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Taqdimot nimadan boshlanadi?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Demo oldidan nechta marta sinab ko'rish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Kursdan keyin nima qilasiz?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select_related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README'da nima bo'lishi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94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Taqdimot: muammo → yechim → demo → texnik qarorlar → o'rganganlar.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texnik qaror uchun «nima uchun» javobi tayyor bo'lsin.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Kurs — boshlanish. Har kuni 30 daqiqa kod, har 2-3 oyda yangi loyiha.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Karyera · Dars 96/96 — Bitiruv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 taqdimotini tayyorlash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8 oylik barcha konspektni saqlab qo'ying — kerak bo'ladi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Loyihalaringizni GitHub'da yangilab turing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Guruhdoshlaringiz bilan aloqani uzmang — bu sizning birinchi professional tarmog'ingiz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Sizning birinchi ishingiz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Endi siz Python backend dasturchisiz. Birinchi ishingizda qanday loyiha ustida ishlashni xohlaysiz? Uni bugundan qidirishni boshlang. 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96: Bitiruv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Karyera</cp:category>
</cp:coreProperties>
</file>