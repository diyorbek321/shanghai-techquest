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ViewSets &amp; Routers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ViewSet va Router — 40 satrlik kodni 5 satrga aylantirish.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ModelViewSet bilan to'liq CRUD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Router bilan URL'larni avtomatik yarata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Generic view'lar ierarxiyasini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Qachon ViewSet, qachon APIView kerakligini tanlay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«API View»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APIView, Response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(Ro'yxat qaytaruvchi API endpoint…)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ViewSet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class'da barcha CRUD amallari.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ModelViewSet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Model uchun tayyor 5 ta amal.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ViewSet uchun URL'larni avtomatik yasaydi.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queryset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Qaysi obyektlar bilan ishlash.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serializer_class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Qaysi serializer ishlatilishi.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Generic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Bitta amal uchun tayyor class.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ModelViewSet beshta amalni ikki satrda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list, retrieve, create, update, destroy — hammasi tayyor.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Faqat queryset va serializer_class kerak.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Kerak bo'lsa har metodni override qilsa bo'ladi (28-dars).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DRF'ning eng ko'p ishlatiladigan qismi.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viewsets.py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blog/views.py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viewsets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3951284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119103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286922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Shu ikki satr quyidagilarni beradi: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GET    /postlar/       → 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POST   /postlar/       → create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GET    /postlar/{pk}/  → retrieve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PUT    /postlar/{pk}/  → update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PATCH  /postlar/{pk}/  → partial_update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DELETE /postlar/{pk}/  → destroy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Router URL'larni o'zi yasaydi — qo'lda yozish kerak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router.register(prefiks, viewset) — bir satr.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Barcha CRUD yo'llari avtomatik hosil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basename — URL nomlari uchun asos.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urlpatterns += router.urls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urls.py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config/urls.py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include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routers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DefaultRouter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KategoriyaViewSet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89534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DefaultRouter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085539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kategoriyalar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KategoriyaViewSet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admin/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site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65379" y="503651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api/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include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→ /api/postlar/  /api/postlar/1/  va h.k.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DRF'da abstraksiya darajalari — sodda ishga sodda vosita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APIView — to'liq nazorat, ko'p kod.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Generic view (ListAPIView) — bitta amal.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ModelViewSet — hamma amal, eng kam kod.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Nostandart mantiq kerak bo'lsa — pastroq darajaga tushing.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darajalar.py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1. Eng ko'p nazorat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2267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2. O'rta — generic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generics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370832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generics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ListCreateAPIView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3. Eng kam kod — viewset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65379" y="5262372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ViewSet bilan to'liq endpoint yaratamiz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decorators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" y="470267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super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query_params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sarlavha__icontains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detail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oxirgilar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" y="646097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detail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holat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chop etildi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→ GET  /api/postlar/oxirgilar/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→ POST /api/postlar/1/chop_et/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select_related — N+1 muammosidan qochish (56-dars).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get_queryset() ni override qilib, filtrlash qo'shdik (28-dars: override).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@action(detail=False) — ro'yxat darajasida qo'shimcha endpoint.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27-satr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detail=True — bitta obyekt uchun. URL'da pk bo'ladi.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ModelViewSet nechta endpoint yaratadi?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 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 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6 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 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DefaultRouter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pattern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^postlar/$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^postlar/(?P&lt;pk&gt;[^/.]+)/$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^postlar/oxirgilar/$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^postlar/(?P&lt;pk&gt;[^/.]+)/chop_et/$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^$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Bitta register() chaqiruvi barcha CRUD yo'llarini yaratdi. @action bilan qo'shgan endpointlar ham avtomatik ro'yxatga tushdi.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ViewSet va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5102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5102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3939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3939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2775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2775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1612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1612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0448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0448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________________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9285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09285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28122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122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6958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46958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65795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65795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routers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84631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84631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03468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03468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DefaultRouter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22305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22305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41141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41141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978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59978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api/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include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Modul nomi — ko'plikda, 8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To'liq CRUD beruvchi class — Model…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Ikkita majburiy atribut.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ViewSet'ni ro'yxatga oluvchi metod — 8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ViewSet + Router sozlashni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queryset = Post.objects.all()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atributlar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04457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095897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04457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04457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from rest_framework import viewsets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04457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import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1746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613186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521746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1746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class PostViewSet(viewsets.ModelViewSet):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521746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class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39035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130475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039035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039035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serializer_class = PostSerializer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039035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serializer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56324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647764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556324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556324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router = DefaultRouter()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556324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router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73613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165053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073613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73613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router.register("postlar", PostViewSet)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073613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6 · ro'yxatga olish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590902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13816" y="5682342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3816" y="5590902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590902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urlpatterns = [path("api/", include(router.urls))]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4186" y="5590902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7 · ulash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8259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8259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48102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48102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get_queryset() ni override qilib, faqat chop etilganlarni qaytaring.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@action bilan «oxirgi 5 ta» endpointini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select_related qo'shib, so'rovlar sonini kamaytiring.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ModelViewSet yozib, Router bilan ulang.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Brauzerda barcha CRUD amallarini sinab ko'ring.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get_queryset override va @action bilan 2 ta qo'shimcha endpoint yarating.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router.register('postlar', PostViewSet.as_view())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router.register('postlar', PostViewSet)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Router'ga ViewSet class'ining O'ZI beriladi, .as_view() 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PostViewSet(viewsets.ModelViewSet):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PostViewSet(viewsets.ModelViewSet):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queryset =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serializer_class =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Ikkala atribut ham majburiy.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get_queryset(self):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Post.objects.filter(...)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get_queryset(self):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super().get_queryset().filter(...)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super() ishlatilsa asosiy queryset optimizatsiyalari saqlanadi.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ModelViewSet qaysi amallarni beradi?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Router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@action nimaga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APIView'da GET qanday yoziladi?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Serializer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ModelViewSet + queryset + serializer_class = to'liq CRUD.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Router URL'larni avtomatik yasaydi: router.register(prefiks, viewset).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Nostandart mantiq kerak bo'lsa — get_queryset() ni override qiling yoki APIView'ga tushing.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63/96 — ViewSets &amp; 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ViewSet bilan to'liq endpoint yaratish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62: API View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60: Blog loyiha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51: REST &amp; API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CRUD API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CRUD tayyor. Lekin POST bilan noto'g'ri ma'lumot yuborilsa nima bo'ladi? Va status kodlar to'g'ri chiqadimi?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63: ViewSets &amp; Routers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