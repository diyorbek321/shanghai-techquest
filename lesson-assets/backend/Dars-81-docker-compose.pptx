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docker-compose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5681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7-oy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27-hafta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docker-compose — bir buyruq bilan butun tizimni ishga tushirish.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81/96 — docker-compose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docker-compose.yml yoza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Bir nechta xizmatni bog'lay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depends_on va healthcheck ni ishlata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Django + PostgreSQL + Redis'ni birga ishga tushira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81/96 — docker-compose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«Dockerfile»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Dockerfile yozish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(Django loyihasi uchun Dockerfile…)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81/96 — docker-compose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docker-compose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Ko'p konteynerli ilovalarni boshqarish.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Compose'dagi bitta konteyner ta'rifi.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depends_on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Ishga tushish tartibi.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healthcheck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Xizmat tayyorligini tekshirish.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Xizmatlar bir-birini NOM bilan topadi.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up / down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Ishga tushirish / to'xtatish.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81/96 — docker-compose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Compose butun tizimni bitta YAML faylda tasvirlaydi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konteyner — bitta service.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docker-compose up — hammasi birga ishga tushadi.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Xizmatlar bir-birini NOM bilan topadi (web, db, redis).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IP manzil yozish kerak emas.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docker-compose.yml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services: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079622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db: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image: postgres:16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environment: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POSTGRES_DB: blog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POSTGRES_USER: dev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POSTGRES_PASSWORD: parol123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volumes: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- pgdata:/var/lib/postgresql/data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redis: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image: redis:7-alpine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65379" y="4702670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web: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build: 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ports: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- "8000:8000"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65379" y="5243686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depends_on: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- db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- redis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volumes: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pgdata: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web konteyneri bazaga «db» nomi bilan ulanadi: DB_HOST=db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81/96 — docker-compose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depends_on tartibni beradi, lekin TAYYORLIKNI kafolatlamaydi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depends_on faqat «avval ishga tushsin» deydi.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Postgres ishga tushdi ≠ so'rov qabul qilishga tayyor.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healthcheck bilan haqiqiy tayyorlik tekshiriladi.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condition: service_healthy — shundan keyin kutadi.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healthcheck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services: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4096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4096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db: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1927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1927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image: postgres:16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3479292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349758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49758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healthcheck: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67588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67588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test: ["CMD-SHELL", "pg_isready -U dev"]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85419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85419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interval: 5s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03250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03250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timeout: 3s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21081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21081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retries: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38912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38912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56742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56742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web: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74573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74573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build: 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924044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924044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depends_on: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5102352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5102352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db: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65379" y="5262372"/>
            <a:ext cx="5367363" cy="178308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211683" y="5280660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280660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condition: service_healthy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458968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458968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redis: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637276"/>
            <a:ext cx="219456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1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637276"/>
            <a:ext cx="4763859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8" b="0" i="0">
                <a:solidFill>
                  <a:srgbClr val="FFFFFF"/>
                </a:solidFill>
                <a:latin typeface="DejaVu Sans Mono"/>
              </a:rPr>
              <a:t>        condition: service_started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81/96 — docker-compose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Asosiy compose buyruqlari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up -d — fonda ishga tushirish. --build — qayta qurish.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logs -f — loglarni kuzatish.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exec — konteyner ichida buyruq bajarish.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down -v — to'xtatish va volume'larni ham o'chirish.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up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--build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664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664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702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702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logs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-f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5740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5740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7777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7777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6A6A76"/>
                </a:solidFill>
                <a:latin typeface="DejaVu Sans Mono"/>
              </a:rPr>
              <a:t># Migratsiya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9815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9815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exec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web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1853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1853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migrate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3891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3891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5929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5929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7AB8E0"/>
                </a:solidFill>
                <a:latin typeface="DejaVu Sans Mono"/>
              </a:rPr>
              <a:t>exec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web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7966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7966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createsuperuser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0004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0004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2042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2042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6A6A76"/>
                </a:solidFill>
                <a:latin typeface="DejaVu Sans Mono"/>
              </a:rPr>
              <a:t># To'xtatish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4080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4080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down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6118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6118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down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-v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129" b="0" i="0">
                <a:solidFill>
                  <a:srgbClr val="6A6A76"/>
                </a:solidFill>
                <a:latin typeface="DejaVu Sans Mono"/>
              </a:rPr>
              <a:t># volume'lar bilan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81/96 — docker-compose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Django + PostgreSQL + Redis + Celery'ni birga ishga tushiramiz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docker-compose.yml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services: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db: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image: postgres:16-alpine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environment: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" y="348538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POSTGRES_DB: ${DB_NAME}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POSTGRES_USER: ${DB_USER}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POSTGRES_PASSWORD: ${DB_PASSWORD}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volumes: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- pgdata:/var/lib/postgresql/data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" y="416165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healthcheck: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test: ["CMD-SHELL", "pg_isready -U ${DB_USER}"]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interval: 5s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retries: 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redis: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image: redis:7-alpine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web: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build: 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" y="551419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command: &gt;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sh -c "python manage.py migrate &amp;&amp;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gunicorn config.wsgi:application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--bind 0.0.0.0:8000"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env_file: .env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ports: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- "8000:8000"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depends_on: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db: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condition: service_healthy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redis: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condition: service_started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58952" y="727249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worker: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build: 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command: celery -A config worker -l info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env_file: .env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depends_on: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- redis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5256" y="810230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216152" y="810230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- db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05256" y="823756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216152" y="823756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05256" y="837281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216152" y="837281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volumes: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5256" y="850807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16152" y="850807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pgdata: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5-satr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${DB_NAME} — .env fayldan o'qiladi (76-dars). Parol compose faylida yozilmaydi.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10-satr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healthcheck — baza haqiqatan tayyor bo'lguncha kutadi.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20-satr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command — Dockerfile'dagi CMD ni almashtiradi. Migratsiya avtomatik bajariladi.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33-satr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worker — xuddi shu image, boshqa buyruq. Celery uchun (78-dars).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81/96 — docker-compose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web konteyneridan bazaga qaysi host nomi bilan ulaniladi?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services: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db: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image: postgres:16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web: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build: 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localhost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127.0.0.1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postgres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81/96 — docker-compose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docker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compose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✔ Container blog-db-1      Healthy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✔ Container blog-redis-1   Started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✔ Container blog-web-1     Started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✔ Container blog-worker-1  Started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NAME             STATUS         PORTS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blog-db-1        Up (healthy)   5432/tcp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blog-redis-1     Up             6379/tcp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blog-web-1       Up             0.0.0.0:8000-&gt;8000/tcp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blog-worker-1    Up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Bitta buyruq bilan 4 ta xizmat ishga tushdi. db «healthy» bo'lgandan KEYIN web boshlandi — healthcheck ishladi. Faqat web tashqariga port ochdi.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81/96 — docker-compose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compose faylini yakunlang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9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9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________: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51025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51025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db: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39391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39391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_____: postgres:16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27757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27757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_______: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716123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16123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  - pgdata:/var/lib/postgresql/data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904489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904489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092855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092855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web: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281221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281221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_____: 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469587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469587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_____: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657953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657953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  - "8000:8000"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846319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846319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__________: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034685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034685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  - 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223051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223051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411417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411417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_______: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5599783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5599783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pgdata: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Yuqori darajadagi kalit — 8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Tayyor image uchun — 5 harf. O'z Dockerfile uchun — 5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Port ochish — 5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Ishga tushish tartibi — depends_… 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81/96 — docker-compose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services: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web: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build: 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ports: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- "8000:8000"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db xizmatini qo'shing (postgres + volume).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depends_on va healthcheck qo'shing.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redis va celery worker xizmatlarini qo'shing.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81/96 — docker-compose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Django + PostgreSQL uchun compose fayl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Redis qo'shib, caching ishlashini tekshiring.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Butun loyihani bitta buyruq bilan ishga tushiring va migratsiya qiling.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81/96 — docker-compose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DB_HOST=localhost  # compose ichida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DB_HOST=db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Konteyner ichida localhost — o'zi. Boshqa xizmat NOMI bilan topiladi.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depends_on: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- db   # healthcheck yo'q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depends_on: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db: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condition: service_healthy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depends_on tayyorlikni kafolatlamaydi — web baza tayyor bo'lmasdan urinadi.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POSTGRES_PASSWORD: parol123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POSTGRES_PASSWORD: ${DB_PASSWORD}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Parol compose faylida bo'lsa Git'ga tushadi.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81/96 — docker-compose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docker-compose nima uchun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Xizmatlar bir-birini qanday topadi?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depends_on tayyorlikni kafolatlaydimi?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Dockerfile'da nima uchun requirements oldin nusxalanadi?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Volume nima uchun kerak?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81/96 — docker-compose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docker compose up — butun tizim bitta buyruq bilan.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Xizmatlar bir-birini NOM bilan topadi: DB_HOST=db.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depends_on tartib beradi, healthcheck esa haqiqiy tayyorlikni kafolatlaydi.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Docker · Dars 81/96 — docker-compose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compose bilan loyihani ishga tushirish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80: Dockerfile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78: Celery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69: Permissions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Server asoslari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Mahalliy kompyuterda ishlayapti. Endi buni internetdagi serverga qanday chiqaramiz?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81: docker-compose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Docker</cp:category>
</cp:coreProperties>
</file>