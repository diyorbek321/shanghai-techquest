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Server asoslari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179576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67712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Server, Linux va SSH — loyihangiz yashaydigan joyga kirish.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VPS nima ekanini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SSH orqali serverga ulana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Linux buyruqlarini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SSH kalit bilan parolsiz kira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«docker-compose»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docker-compose bilan bir nechta xizmat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(compose bilan loyihani ishga tushirish…)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Virtual Private Server — ijaraga olingan server.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Secure Shell — serverga xavfsiz masofaviy kirish.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ssh-keygen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SSH kalit juftligini yaratish.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Public / private key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Ochiq va maxfiy kalit.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sudo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Administrator huquqi bilan bajarish.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systemctl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Xizmatlarni boshqarish.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VPS — internetda 24/7 ishlab turadigan kompyuteringiz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DigitalOcean, Hetzner, AWS — mashhur provayderlar.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Odatda Ubuntu Server o'rnatiladi (grafik interfeyssiz).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Barcha ish terminal orqali bajariladi.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5 $/oy dan boshlanadigan tariflar kichik loyihaga yetadi.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Serverga ulanish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20040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20040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root@165.22.14.88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43814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43814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67588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67588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Yangi foydalanuvchi (root'dan ishlamang!)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91363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1363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adduser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dev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15137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15137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usermod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-aG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dev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38912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38912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26864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26864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Endi shu foydalanuvchi bilan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864608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864608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102352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102352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340096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340096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6A6A76"/>
                </a:solidFill>
                <a:latin typeface="DejaVu Sans Mono"/>
              </a:rPr>
              <a:t># Tizimni yangilash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577840"/>
            <a:ext cx="21945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28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577840"/>
            <a:ext cx="476385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18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update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upgrade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18" b="0" i="0">
                <a:solidFill>
                  <a:srgbClr val="FFFFFF"/>
                </a:solidFill>
                <a:latin typeface="DejaVu Sans Mono"/>
              </a:rPr>
              <a:t>-y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SSH kalit paroldan xavfsizroq va qulayroq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Kalit juftligi: maxfiy (sizda) va ochiq (serverda).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Parol yozish kerak emas, brute-force ham mumkin emas.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ssh-copy-id bilan bir buyruqda o'rnatiladi.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Keyin parol bilan kirishni butunlay o'chiring.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ssh kalit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1) Kalit yaratamiz (o'z kompyuterimizda)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4815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1664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1664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ssh-keygen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ed25519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6EC27A"/>
                </a:solidFill>
                <a:latin typeface="DejaVu Sans Mono"/>
              </a:rPr>
              <a:t>"email@example.com"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3702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3702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5740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5740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2) Serverga ko'chiramiz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65379" y="3759492"/>
            <a:ext cx="5367363" cy="2037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11683" y="37777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777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ssh-copy-id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815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815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1853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1853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3) Endi parolsiz kiradi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3891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3891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5929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5929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79668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9668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4) Parol bilan kirishni o'chiramiz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00046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00046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nano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/etc/ssh/sshd_config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20424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20424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  PasswordAuthentication 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40802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40802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6A6A76"/>
                </a:solidFill>
                <a:latin typeface="DejaVu Sans Mono"/>
              </a:rPr>
              <a:t>#   PermitRootLogin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611800"/>
            <a:ext cx="219456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1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611800"/>
            <a:ext cx="4763859" cy="20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9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restart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29" b="0" i="0">
                <a:solidFill>
                  <a:srgbClr val="FFFFFF"/>
                </a:solidFill>
                <a:latin typeface="DejaVu Sans Mono"/>
              </a:rPr>
              <a:t>ssh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Kundalik ishda kerak bo'ladigan Linux buyruqlari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Fayl: ls, cd, pwd, cp, mv, rm, mkdir.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Ko'rish: cat, less, tail -f, nano.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Tizim: df -h, free -h, htop, ps aux.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Xizmat: systemctl status/start/restart/enable.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linux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Fayllar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ls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-la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/var/www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loyiha/media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Ko'rish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cat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tail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-f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/var/log/nginx/error.log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nano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Tizim holati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df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32" b="0" i="0">
                <a:solidFill>
                  <a:srgbClr val="6A6A76"/>
                </a:solidFill>
                <a:latin typeface="DejaVu Sans Mono"/>
              </a:rPr>
              <a:t># disk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free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832" b="0" i="0">
                <a:solidFill>
                  <a:srgbClr val="6A6A76"/>
                </a:solidFill>
                <a:latin typeface="DejaVu Sans Mono"/>
              </a:rPr>
              <a:t># xotira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htop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            </a:t>
            </a:r>
            <a:r>
              <a:rPr sz="832" b="0" i="0">
                <a:solidFill>
                  <a:srgbClr val="6A6A76"/>
                </a:solidFill>
                <a:latin typeface="DejaVu Sans Mono"/>
              </a:rPr>
              <a:t># jarayonlar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Xizmatlar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restart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systemctl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enable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Serverga ulanib, loyiha uchun tayyorlaymiz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O'z kompyuterimizda ──────────────────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ssh-keygen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ed25519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"dev@shanghaischool"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21487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ssh-copy-id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── Serverda ─────────────────────────────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update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upgrade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Kerakli paketlar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nginx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python3-venv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python3-pip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postgresql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postgresql-contrib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8952" y="470267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Firewall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ufw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OpenSSH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ufw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allow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'Nginx Full'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ufw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enable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ufw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Loyiha papkasi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8952" y="564944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/var/www/blog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chown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dev:dev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/var/www/blog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/var/www/blog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Kodni olib kelamiz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8952" y="632571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clone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https://github.com/ism/blog.git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3-satr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ssh-copy-id — ochiq kalitni serverga o'rnatadi. Bir marta parol so'raydi.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14-satr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ufw — firewall. Faqat kerakli portlar ochiq bo'lsin.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21-satr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chown — papka egasini o'zgartiradi. Aks holda sudo'siz yozib bo'lmaydi.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26-satr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git clone . — joriy papkaga. 39-darsdagi kabi.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SSH kalit juftligidan qaysi biri serverga ko'chiriladi?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ssh-keygen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ed25519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id_ed25519 va id_ed25519.pub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Maxfiy (id_ed25519)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Ochiq (id_ed25519.pub)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Ikkalasi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biri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uname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free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Linux blog-server 6.8.0-31-generic x86_64 GNU/Linux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Filesystem  Size  Used Avail Use%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/dev/vda1    25G  4.2G   20G  18%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              total    used    free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32" b="0" i="0">
                <a:solidFill>
                  <a:srgbClr val="FFFFFF"/>
                </a:solidFill>
                <a:latin typeface="DejaVu Sans Mono"/>
              </a:rPr>
              <a:t>Mem:          1.9Gi   412Mi   1.1Gi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Parol so'ralmadi — SSH kalit ishladi. Server 25 GB disk va 2 GB xotiraga ega. Kichik Django loyihasi uchun yetarli.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serverga ulaning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Kalit yaratish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6447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6447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___-______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-t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ed25519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6629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6629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6812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6812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Serverga ko'chirish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69941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69941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ssh-____-__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71762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71762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173583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173583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Ulanish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375404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375404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dev@165.22.14.88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577225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577225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779046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779046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Paket o'rnatish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980867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980867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apt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182688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182688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384509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384509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6A6A76"/>
                </a:solidFill>
                <a:latin typeface="DejaVu Sans Mono"/>
              </a:rPr>
              <a:t># Xizmat holati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586330"/>
            <a:ext cx="219456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586330"/>
            <a:ext cx="5742249" cy="201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9" b="0" i="0">
                <a:solidFill>
                  <a:srgbClr val="FFFFFF"/>
                </a:solidFill>
                <a:latin typeface="DejaVu Sans Mono"/>
              </a:rPr>
              <a:t>sudo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__________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status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19" b="0" i="0">
                <a:solidFill>
                  <a:srgbClr val="FFFFFF"/>
                </a:solidFill>
                <a:latin typeface="DejaVu Sans Mono"/>
              </a:rPr>
              <a:t>nginx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Kalit yaratuvchi buyruq — ssh-…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Kalitni serverga ko'chiradi — ssh-copy-…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Administrator huquqi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Xizmatlarni boshqaradi — 10 harf.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ssh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root@165.22.14.88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Yangi foydalanuvchi yaratib, u bilan ulaning.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SSH kalit sozlab, parolsiz kiring.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Firewall sozlang (ufw) va holatini tekshiring.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VPS oling (yoki mahalliy VM) va SSH orqali ulaning.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SSH kalit sozlang va parolsiz kirishni tekshiring.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20 ta Linux buyrug'ini sinab, natijalarini yozib chiqing.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ssh root@server  # doimiy root'dan ishlash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adduser dev &amp;&amp; usermod -aG sudo 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root'dan doimiy ishlash xavfli — bitta xato butun tizimni buzadi.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scp id_ed25519 server:  # maxfiy kalit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ssh-copy-id dev@server  # ochiq kalit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MAXFIY kalitni hech qayerga yubormang.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sudo ufw enable  # OpenSSH ruxsatisiz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sudo ufw allow OpenSSH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sudo ufw enable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SSH portini ochmasdan firewall yoqilsa — serverdan chiqib qolasiz.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SSH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Qaysi kalit serverga ko'chiriladi?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systemctl nima qiladi?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 compose up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Dockerfile'da CMD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VPS — internetda 24/7 ishlaydigan serveringiz. SSH bilan ulaniladi.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SSH kalit paroldan xavfsizroq: OCHIQ kalit serverga, maxfiy sizda qoladi.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root'dan doimiy ishlamang. Firewall'da avval SSH portini oching.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Deployment · Dars 82/96 — Server asoslari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Serverga SSH orqali ulanish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81: docker-compose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79: Docker asoslari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70: Bog'lanishlar 1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Gunicorn &amp; Nginx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Serverda runserver ishlatib bo'lmaydi. Prod uchun nima kerak?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82: Server asoslari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Deployment</cp:category>
</cp:coreProperties>
</file>