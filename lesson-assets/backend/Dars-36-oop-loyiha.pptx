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OOP loyiha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25730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MINI-LOYIHA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4543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3-oy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86684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12-hafta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3-oyning yakuni: OOP, comprehension, decorator va toza kodni birlashtirib, to'liq boshqaruv tizimini yozamiz.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36/96 — OOP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Bir nechta class'dan iborat tizimni loyihalay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Meros va encapsulation'ni amalda qo'llay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Ma'lumotni JSON'ga saqlab, qayta yuklay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Loyihani GitHub'ga tayyorlash qadamlarini bilasiz.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36/96 — OOP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«PEP8 &amp; Type hints»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Type hints, PEP8 standarti, kod tozaligi, linter (flake8/black)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(Eski kodni PEP8 ga moslashtirish…)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36/96 — OOP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Domen modeli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Real dunyo tushunchalarini class bilan ifodalash.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Repository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Ma'lumotni saqlash/yuklash mas'uliyati alohida class'da.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CRUD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Create, Read, Update, Delete — 4 asosiy amal.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Separation of concerns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Har class bitta mas'uliyat.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MVP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Minimal ishlaydigan mahsulot. Avval shu.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README.md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Loyihani qanday ishga tushirish yo'riqnomasi.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36/96 — OOP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Yaxshi loyihada har class bitta mas'uliyatga ega bo'ladi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Kitob — ma'lumotni saqlaydi (domen modeli).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Kutubxona — kitoblar to'plamini boshqaradi.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Saqlovchi — JSON bilan ishlaydi.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Aralashtirsangiz — o'zgartirish qiyinlashadi.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mas'uliyat.py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6A6A76"/>
                </a:solidFill>
                <a:latin typeface="DejaVu Sans Mono"/>
              </a:rPr>
              <a:t># ✗ Hammasi bir joyda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00400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00400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Kutubxona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38144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38144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1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qosh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675888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675888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1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json_saqla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913632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913632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1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menyu_korsat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151376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151376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1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email_yubor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1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389120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389120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626864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626864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6A6A76"/>
                </a:solidFill>
                <a:latin typeface="DejaVu Sans Mono"/>
              </a:rPr>
              <a:t># ✓ Mas'uliyat bo'lingan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65379" y="4846320"/>
            <a:ext cx="5367363" cy="2377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11683" y="4864608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864608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         </a:t>
            </a:r>
            <a:r>
              <a:rPr sz="1318" b="0" i="0">
                <a:solidFill>
                  <a:srgbClr val="6A6A76"/>
                </a:solidFill>
                <a:latin typeface="DejaVu Sans Mono"/>
              </a:rPr>
              <a:t># ma'lumot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65379" y="5084064"/>
            <a:ext cx="5367363" cy="2377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11683" y="5102352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102352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Kutubxona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     </a:t>
            </a:r>
            <a:r>
              <a:rPr sz="1318" b="0" i="0">
                <a:solidFill>
                  <a:srgbClr val="6A6A76"/>
                </a:solidFill>
                <a:latin typeface="DejaVu Sans Mono"/>
              </a:rPr>
              <a:t># mantiq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65379" y="5321808"/>
            <a:ext cx="5367363" cy="2377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211683" y="5340096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5340096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JsonSaqlovchi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318" b="0" i="0">
                <a:solidFill>
                  <a:srgbClr val="6A6A76"/>
                </a:solidFill>
                <a:latin typeface="DejaVu Sans Mono"/>
              </a:rPr>
              <a:t># saqlash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65379" y="5559552"/>
            <a:ext cx="5367363" cy="23774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11683" y="5577840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577840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Menyu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         </a:t>
            </a:r>
            <a:r>
              <a:rPr sz="1318" b="0" i="0">
                <a:solidFill>
                  <a:srgbClr val="6A6A76"/>
                </a:solidFill>
                <a:latin typeface="DejaVu Sans Mono"/>
              </a:rPr>
              <a:t># interfeys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36/96 — OOP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Loyihani bosqichma-bosqich quring — avval ishlaydigan eng sodda variant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1) Class'larni yozing, ma'lumot to'g'ri saqlansin.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2) CRUD amallarini qo'shing.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3) JSON bilan saqlash/yuklashni ulang.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4) Menyu va foydalanuvchi interfeysini yozing.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5) Xato bilan ishlashni (try/except) qo'shing.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bosqichlar.py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1-bosqich: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4096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4096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1927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1927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muallif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9758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9758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nom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67588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67588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muallif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muallif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85419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85419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False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03250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03250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21081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21081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2-bosqich: mantiq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38912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38912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Kutubxona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56742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56742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74573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74573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kitoblar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92404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92404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10235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10235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9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qosh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28066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28066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9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kitoblar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append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988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9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45896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45896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63727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63727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6A6A76"/>
                </a:solidFill>
                <a:latin typeface="DejaVu Sans Mono"/>
              </a:rPr>
              <a:t># 3-bosqich: saqlash… va hokazo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36/96 — OOP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Kutubxona boshqaruv tizimining asosini quramiz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kutubxona.py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dataclasses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dataclass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asdict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" y="348538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C9A961"/>
                </a:solidFill>
                <a:latin typeface="DejaVu Sans Mono"/>
              </a:rPr>
              <a:t>@dataclass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str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bool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False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__str__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str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holat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else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sh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 —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 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holat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Kutubxona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None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8952" y="537894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_kitoblar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list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qosh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None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_kitoblar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append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qidir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matn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str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list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8952" y="619046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matn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lower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_kitoblar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lower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band_qil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str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bool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_kitoblar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and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not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False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5256" y="769654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16152" y="769654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saqla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fayl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str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None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8952" y="781351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905256" y="783180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216152" y="783180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fayl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w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encoding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utf-8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05256" y="796705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16152" y="796705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json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dump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asdict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_kitoblar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05256" y="810230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16152" y="810230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ensure_ascii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False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indent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5-satr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@dataclass — __init__ va __repr__ ni avtomatik yozadi. Kod ancha qisqaradi.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19-satr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_kitoblar — ichki. Tashqaridan to'g'ridan-to'g'ri tegilmaydi (29-dars).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25-satr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Comprehension bilan filtr — 31-darsda o'rgangan edik.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37-satr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asdict() dataclass'ni dict'ga aylantiradi — JSON uchun kerak.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36/96 — OOP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@dataclass qanday metodlarni avtomatik yaratadi?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29336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293368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dataclasses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dataclass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6387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63877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3438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3438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9A961"/>
                </a:solidFill>
                <a:latin typeface="DejaVu Sans Mono"/>
              </a:rPr>
              <a:t>@dataclass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0489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0489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Nuqta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37540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37540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459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45913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9164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916422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1869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5186931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Nuqta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__init__ va __repr__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Faqat __init__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Hech nimani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__str__ va __len__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36/96 — OOP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7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7"/>
            <a:ext cx="4876641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dataclasses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dataclass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19520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219520"/>
            <a:ext cx="4876641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476383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476383"/>
            <a:ext cx="4876641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C9A961"/>
                </a:solidFill>
                <a:latin typeface="DejaVu Sans Mono"/>
              </a:rPr>
              <a:t>@dataclass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733246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733246"/>
            <a:ext cx="4876641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Nuqta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90109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990109"/>
            <a:ext cx="4876641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7AB8E0"/>
                </a:solidFill>
                <a:latin typeface="DejaVu Sans Mono"/>
              </a:rPr>
              <a:t>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246972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246972"/>
            <a:ext cx="4876641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y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7AB8E0"/>
                </a:solidFill>
                <a:latin typeface="DejaVu Sans Mono"/>
              </a:rPr>
              <a:t>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503835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503835"/>
            <a:ext cx="4876641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760698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760698"/>
            <a:ext cx="4876641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Nuqta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24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017561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017561"/>
            <a:ext cx="4876641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Nuqta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24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274424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274424"/>
            <a:ext cx="4876641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531287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531287"/>
            <a:ext cx="4876641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Nuqta(x=1, y=2)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True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@dataclass __init__, __repr__ va __eq__ ni avtomatik yozdi. Oddiy class'da a == b False bo'lardi (turli obyektlar), bu yerda esa qiymat bo'yicha taqqoslandi.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36/96 — OOP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kutubxona ishlasin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6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6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Kutubxona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8000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8000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9735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39735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_kitoblar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61469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61469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83204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83204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qosh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04938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04938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_kitoblar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26673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26673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48407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48407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qidir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matn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70142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70142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_kitoblar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91876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91876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matn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lower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k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lower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13611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13611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35345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35345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__len__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57080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557080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_kitoblar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1-bo'sh joy: ro'yxat oxiriga qo'shadigan metod.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Comprehension'ning ikkita standart kalit so'zi.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«ichida bormi» ni tekshiradigan operator — 2 harf.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36/96 — OOP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@dataclass ga aylantiring va type hints qo'shing.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muallif va yil maydonlarini qo'shing.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__str__ qo'shing va ro'yxatda chiroyli chiqsin.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36/96 — OOP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Kitob va Kutubxona classlarini yozing, 3 ta kitob qo'shing.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Qidiruv va band qilish funksiyalarini qo'shing.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Butun tizimni JSON'ga saqlab, qayta yuklashni yozing va GitHub uchun README.md tayyorlang.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36/96 — OOP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class Kutubxona: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kitoblar = []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class Kutubxona: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def __init__(self):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    self.kitoblar = []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Class darajasidagi ro'yxat BARCHA obyektlar uchun umumiy bo'ladi — klassik xato.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json.dump(self.kitoblar, f)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json.dump([asdict(k) for k in self.kitoblar], f)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JSON obyektni saqlay olmaydi — avval dict'ga aylantirish kerak.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qidir(self, matn):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return matn in self.kitoblar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qidir(self, matn):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return [k for k in self.kitoblar if matn in k.nom]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Obyektlar ro'yxatida matn qidirish uchun atributga murojaat qilish kerak.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36/96 — OOP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Nima uchun har class bitta mas'uliyatga ega bo'lishi kerak?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@dataclass nima qiladi?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Obyektni JSON'ga qanday saqlaymiz?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PEP 8 da funksiya nomi qanday yoziladi?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35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venv nima uchun kerak?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36/96 — OOP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Har class bitta mas'uliyat: model / mantiq / saqlash / interfeys.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@dataclass __init__, __repr__ va __eq__ ni avtomatik yozadi.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Loyihani bosqichma-bosqich quring: model → CRUD → saqlash → interfeys → xato bilan ishlash.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36/96 — OOP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Loyihani yakunlab GitHub'ga tayyorlash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3-oyning barcha OOP mavzularini konspektdan ko'zdan kechiring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Meros, property va decorator misollarini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Loyihani PEP 8 ga moslab, README.md yozing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Git asoslari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Kodingizning eski versiyasiga qaytish kerak bo'lsa-chi? Yoki do'stingiz bilan bitta loyihada birga ishlash? Keyingi oy shuni hal qilamiz.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36: OOP loyiha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MINI-LOYIHA</cp:category>
</cp:coreProperties>
</file>