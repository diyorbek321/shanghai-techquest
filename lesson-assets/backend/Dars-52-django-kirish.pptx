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Django kirish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Django — «deadline'i bor mukammalchilar uchun framework». Instagram va Spotify ham shundan boshlagan.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Django'ni virtual muhitga o'rnata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 yaratib, serverni ishga tushira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 strukturasidagi har faylning vazifasini ayta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settings.py va manage.py rolini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«REST &amp; API»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REST tamoyillari, API nima, JSON format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(Ochiq API'ga Postman orqali so'rov yuborish…)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Tayyor skelet. Siz faqat o'z qismingizni yozasiz.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Butun sayt. Sozlamalar shu darajada.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Loyihaning bir bo'limi: blog, foydalanuvchilar.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manage.py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Django buyruqlarini bajaruvchi skript.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settings.py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Barcha sozlamalar: baza, til, ilovalar.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runserver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Ishlab chiqish serverini ishga tushiradi.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 tayyor yechimlarni beradi — siz faqat biznes mantiqni yozasiz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Admin panel — tayyor. Autentifikatsiya —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ORM (SQL yozmasdan baza bilan ishlash) —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Xavfsizlik (CSRF, XSS, SQL injection) —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«Batteries included» — hammasi ichida.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1) Virtual muhit (34-dars)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211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211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0157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0157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2102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2102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84048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84048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2) Django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5993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5993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django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7939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7939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django-admin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--version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9884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9884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1830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1830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3) Loyiha yaratish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3775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3775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django-admin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startproject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5721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5721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376667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376667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6A6A76"/>
                </a:solidFill>
                <a:latin typeface="DejaVu Sans Mono"/>
              </a:rPr>
              <a:t># 4) Ishga tushirish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596122"/>
            <a:ext cx="219456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596122"/>
            <a:ext cx="4763859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16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16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Oxiridagi nuqta muhim — u ortiqcha ichki papka yaratilishining oldini oladi.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 strukturasidagi har faylning aniq vazifasi bor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manage.py — barcha Django buyruqlari shu orqali.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settings.py — sozlamalar (baza, til, ilovalar).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urls.py — qaysi manzil qaysi funksiyaga bog'langan.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wsgi.py / asgi.py — server bilan ulanish nuqtasi.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struktura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0648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0648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loyiha/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43012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43012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├── .venv/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79539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79539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├── manage.py           ← buyruqlar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16066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16066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├── db.sqlite3          ← standart baza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152593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52593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└── config/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389120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389120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├── __init__.py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625647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625647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├── settings.py     ← sozlamalar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862174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862174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├── urls.py         ← asosiy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509870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9870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├── wsgi.py         ← prod server (7-oy)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33522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33522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   └── asgi.py         ← async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settings.py — loyihaning boshqaruv paneli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DEBUG = True — faqat ishlab chiqishda! Prod'da False.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INSTALLED_APPS — ishlaydigan ilovalar ro'yxati.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DATABASES — baza sozlamalari.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LANGUAGE_CODE, TIME_ZONE — til va vaqt zonasi.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config/settings.py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261360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878" b="0" i="0">
                <a:solidFill>
                  <a:srgbClr val="6A6A76"/>
                </a:solidFill>
                <a:latin typeface="DejaVu Sans Mono"/>
              </a:rPr>
              <a:t># prod'da False!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379" y="3736848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django.contrib.admin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django.contrib.auth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django.contrib.contenttypes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django.contrib.sessions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django.contrib.messages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django.contrib.staticfiles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A6A76"/>
                </a:solidFill>
                <a:latin typeface="DejaVu Sans Mono"/>
              </a:rPr>
              <a:t># "blog",             ← o'z ilovangiz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5379" y="5321808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LANGUAGE_CODE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uz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TIME_ZONE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Asia/Tashkent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USE_TZ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 loyihasini noldan yaratib ishga tushiramiz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Papka va muhit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blog_loyiha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blog_loyiha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Django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freeze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Loyiha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django-admin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startproject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Migratsiyalar (tayyor jadvallar)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Server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  → http://127.0.0.1:8000/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6) Git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echo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".venv/\ndb.sqlite3\n__pycache__/"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.gitignore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"chore: Django loyihasi"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startproject config . — «config» nomli sozlama paketi, joriy papkada.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migrate — Django'ning tayyor jadvallarini (foydalanuvchi, sessiya) yaratadi.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runserver — faqat ishlab chiqish uchun. Prod'da Gunicorn (83-dars).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db.sqlite3 Git'ga kirmasin — bu ma'lumot, kod 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runserver'dan keyin sayt qaysi manzilda ochiladi?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localhost:80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127.0.0.1:8000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0.0.0.0:5000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django.com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Watching for file changes with StatReloader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Performing system checks...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System check identified no issues (0 silenced).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Django version 5.0, using settings 'config.settings'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Starting development server at http://127.0.0.1:8000/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Quit the server with CONTROL-C.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Server 8000-portda ishga tushdi. «Watching for file changes» — kodni o'zgartirsangiz server o'zi qayta yuklanadi. Bu faqat ishlab chiqish uchun.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loyihani yarating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django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django-_____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startproject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Paket o'rnatish buyrug'i.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Django'ning boshqaruv buyrug'i — django-…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Oxiridagi belgi joriy papkani anglatadi.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Serverni ishga tushiruvchi buyruq — 10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LANGUAGE_CODE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en-us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TIME_ZONE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UTC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Tilni o'zbekchaga, vaqt zonasini Toshkentga o'zgartiring.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DEBUG ning qiymatini ko'ring va nima uchun True ekanini o'ylang.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INSTALLED_APPS ro'yxatidagi ilovalarni sanang.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Django loyihasini yaratib, serverni ishga tushiring.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settings.py da til va vaqt zonasini o'zgartiring.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Loyihani Git'ga qo'shing (.gitignore bilan) va GitHub'ga yuklang.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django-admin startproject 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django-admin startproject config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Nuqtasiz ikki qavat papka yaratiladi — chalkashlik keltiradi.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django  # muhitsiz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source .venv/bin/activate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django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Muhit faollashtirilmasa global o'rnatiladi (34-dars).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git add db.sqlite3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"db.sqlite3" &gt;&gt; .gitignore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Baza fayli Git'ga kirmasligi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Django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manage.py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DEBUG = True prod'da nima uchun xavfli?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REST'da URL'da fe'l bo'ladimi?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404 nimani anglatadi?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django-admin startproject config . → migrate → runserver.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manage.py — barcha buyruqlar. settings.py — barcha sozlamalar.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DEBUG = True faqat ishlab chiqishda. Prod'da albatta False.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52/96 — Django kirish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Django loyihasini yaratib ishga tushirish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51: REST &amp; API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49: Web qanday ishlaydi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40: DB asoslari &amp; SELECT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App va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Sayt ochildi, lekin «It worked!» sahifasi chiqdi. O'z sahifamizni qanday qo'shamiz?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52: Django kirish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