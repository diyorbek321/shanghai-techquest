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Web qanday ishlaydi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33502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Web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6440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Brauzerga manzil yozganingizda nima sodir bo'ladi? Bugun internetning ichiga kiramiz.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Client-server modelini chizib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DNS ning vazifasini ayta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Frontend va backend mas'uliyatini ajrata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So'rovning to'liq yo'lini bosqichma-bosqich aytib bera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«DB loyiha»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MINI-LOYIHA: Ma'lumotlar bazasiga ulangan CLI ilova (kontaktlar yoki inventar tizimi)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(Loyihani yakunlab GitHub'ga yuklash…)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 yuboruvchi. Odatda brauzer yoki mobil ilova.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So'rovga javob beruvchi kompyuter.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Domen nomini IP manzilga aylantiruvchi tizim.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IP manzil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Kompyuterning internetdagi raqamli manzili.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Foydalanuvchi ko'radigan qism.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Server tomonidagi mantiq va baza.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Web — bu so'rov va javob almashinuvi, boshqa hech nima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Client so'raydi, server javob beradi. Har safar.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Server o'zidan hech qachon so'ramaydi (WebSocket'siz).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sahifa ochilishi — o'nlab so'rov (HTML, CSS, rasm).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Backend dasturchi aynan javob berish qismini yozadi.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so'rov-javob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CLIENT                      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17637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17637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(brauzer)                   (kompyuter)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06858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06858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                        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96079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96079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1. GET /talabalar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85300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85300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├───────────────────────────►│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4521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4521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                          │ 2. Bazadan o'qiydi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63742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63742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                          │ 3. Javob tayyorlaydi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52963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2963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4. 200 OK + HTML/JSON    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42184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42184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│◄───────────────────────────┤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31405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31405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  │                       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220626"/>
            <a:ext cx="219456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220626"/>
            <a:ext cx="4763859" cy="1892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9" b="0" i="0">
                <a:solidFill>
                  <a:srgbClr val="FFFFFF"/>
                </a:solidFill>
                <a:latin typeface="DejaVu Sans Mono"/>
              </a:rPr>
              <a:t>  5. Ekranga chizadi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DNS — internetning telefon kitobi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Kompyuterlar faqat IP manzilni tushunadi: 142.250.185.78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Odam esa google.com ni eslaydi.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DNS domen nomini IP 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jarayon har so'rovdan oldin (keshlanmagan bo'lsa) bo'lib o'tadi.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DNS yo'li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0648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0648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1. Siz yozdingiz:  shanghaischool.uz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4301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4301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2. Brauzer DNS'dan so'radi: «IP si nechchi?»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7953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7953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3. DNS javob berdi:  185.60.216.35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1606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1606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4. Brauzer o'sha IP ga ulandi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5259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5259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5. So'rov yubordi:   GET 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6. Server javob berdi: HTML sahifa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2564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2564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6217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6217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# Terminalda tekshirish: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9870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9870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#   ping shanghaischool.uz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3522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3522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#   nslookup shanghaischool.uz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Frontend ko'rinishni, backend esa mantiq va ma'lumotni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Frontend: HTML, CSS, JavaScript. Brauzerda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Backend: Python/Django. Serverda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Baza faqat backend orqali ochiladi — bu xavfsizlik.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Ular API orqali gaplashadi (JSON almashadi).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uch qatlam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FRONTEND                BACKEND              BAZA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477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477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(brauzer)              (Django)          (PostgreSQL)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2114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2114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                    │                  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1750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1750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GET /api/talabalar  │                   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1386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1386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├─────────────────────►│                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1022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1022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                    │  SELECT * FROM … 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658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658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                    ├──────────────────►│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0295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0295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                    │◄──────────────────┤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9931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9931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  JSON: [{...}]       │                   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09567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09567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│◄─────────────────────┤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Bitta so'rovning to'liq yo'lini kuzatamiz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so'rov yo'li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Foydalanuvchi: shanghaischool.uz/talabalar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1. Brauzer URL'ni qismlarga ajratadi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protokol: https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domen:    shanghaischool.uz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yo'l:     /talabalar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2. DNS so'rovi → IP: 185.60.216.35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3. TCP ulanish o'rnatiladi (443-port)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4. TLS (shifrlash) sozlanadi — https shuning uchun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5. HTTP so'rov yuboriladi: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GET /talabalar HTTP/1.1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Host: shanghaischool.uz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6. Server (Django) so'rovni qabul qiladi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→ urls.py qaysi funksiya ekanini topadi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→ view ishlaydi, bazadan o'qiydi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→ HTML yoki JSON tayyorlanadi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7. Javob qaytadi: 200 OK + kontent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8. Brauzer chizadi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DNS — 49-darsning asosiy tushunchasi.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TLS — https ning «s» harfi. Ma'lumot shifrlanadi.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HTTP so'rovning aniq shakli — keyingi darsda batafsil.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urls.py va view — bu Django'da yozadigan qismimiz.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Server o'zidan clientga so'rov yubora oladimi (oddiy HTTP'da)?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Client → Server: GET /talabalar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Server → Client: ???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Ha, istalgan vaqtda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Yo'q, faqat javob beradi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kechasi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POST bilan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https://api.github.com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HTTP/2 200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content-type: application/json; charset=utf-8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server: github.com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cache-control: public, max-age=60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curl -I faqat javob sarlavhalarini so'radi. 200 — muvaffaqiyat. content-type serverning «men JSON yubordim» degani. Brauzer ham aynan shunday qiladi.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so'rov yo'lini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1. Foydalanuvchi domen yozdi: shanghaischool.uz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5322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5322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2. ____ domen nomini ____ manzilga aylantirdi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2228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2228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3. Brauzer (________) serverga ulandi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29134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29134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4. ______ so'rov yuborildi: GET 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96040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96040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5. ________ javob tayyorladi (Django)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62946"/>
            <a:ext cx="219456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62946"/>
            <a:ext cx="5742249" cy="2669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 i="0">
                <a:solidFill>
                  <a:srgbClr val="FFFFFF"/>
                </a:solidFill>
                <a:latin typeface="DejaVu Sans Mono"/>
              </a:rPr>
              <a:t>6. Javob keldi: 200 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Domen nomini raqamga aylantiruvchi tizim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Kompyuterning raqamli manzili — 2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So'rov yuboruvchi tomon.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Javob beruvchi tomon.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Web ishlash sxemasi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Client → ??? →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Sxemaga DNS bosqichini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Baza qatlamini ham chizing.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Har bosqichda qanday ma'lumot uzatilishini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Web ishlash sxemasini qog'ozda chizing va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Sevimli saytingiz uchun DNS → IP zanjirini terminal orqali tekshiring (ping yoki nslookup).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Brauzerda F12 → Network ochib, bitta sahifada nechta so'rov ketishini sanang.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Frontend bazaga to'g'ridan-to'g'ri ulanadi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Frontend → Backend → Baza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Baza parolini brauzerga bermang — u ochiq ko'rinadi.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Server o'zi client'ga so'rov yuboradi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Client so'raydi, server javob beradi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Oddiy HTTP'da tashabbus har doim client tomonda.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http va https bir xil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https — shifrlangan, http — ochiq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http'da parol ochiq uzatiladi. Har doim https ishlating.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Client va server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DNS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Frontend va backend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SQL injection'dan qanday himoyalanamiz?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git push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Web — so'rov va javob almashinuvi. Client so'raydi, server javob beradi.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DNS domen nomini IP manzilga aylantiradi.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Frontend ko'rinish, backend mantiq va ma'lumot. Baza faqat backend orqali.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Web asoslari · Dars 49/96 — Web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Web ishlash sxemasini chizib tushuntirish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48: DB loyiha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46: SQLite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37: Git asoslari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HTTP protokoli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So'rov «GET» deb boshlandi. Boshqa turlari ham bormi? Va 404 raqami nimani anglatadi?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49: Web qanday ishlaydi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Web asoslari</cp:category>
</cp:coreProperties>
</file>