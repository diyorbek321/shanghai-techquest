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for sikli va range()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for sikli — «har bir element uchun» degani. while dan ancha qulay va xavfsiz.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for siklining tuzilishini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range() ning 1, 2 va 3 argumentli variantlarini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Satr bo'ylab harflarni aylanib chiqa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for va while orasidan to'g'risini tanlay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«while sikli»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while sikli, sanoq, break va continue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(1 dan 100 gacha juft sonlarni chiqarish (while)…)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Ketma-ketlikning har bir elementi uchun blokni bajaradi.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range(n)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0 dan n-1 gacha sonlar. n O'ZI KIRMAYDI.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range(a, 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 dan b-1 gacha.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range(a, b, q)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 dan b gacha, q qadam bilan.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Iteratsiya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Ketma-ketlik bo'ylab element-element yurish.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for i in ... — «... ichidagi har bir i uchun»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for sanoqchini o'zi boshqaradi — cheksiz sikl xavfi yo'q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i in range(5): — i avtomatik 0,1,2,3,4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 += 1 yozish shart emas — Python o'zi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Necha marta aylanishi oldindan ma'lum bo'lsa — for.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Qachon tugashi noma'lum bo'lsa — while.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for_vs_while.py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18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18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for bilan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424050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4423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4423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128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128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833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833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25386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5386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while bilan — bir xil natija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2437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2437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77659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79488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9488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6539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6539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3590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3590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Ikkalasi 0,1,2,3,4 chiqaradi. for — 2 satr, while — 4 satr.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range() ning uchta shakli bor va oxirgi son hech qachon kirmaydi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range(5)        → 0 1 2 3 4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range(2, 6)     → 2 3 4 5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range(0, 10, 2) → 0 2 4 6 8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range(10, 0, -1) → 10 9 8 ... 1  (teskari)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range.py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018287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0 1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10032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 2 3 4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10 8 6 4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for satr bo'ylab ham yura oladi — indeks yozish kerak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harf in "salom": — har bir harfni beradi.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range() ham, satr ham, ro'yxat ham — hammasi ketma-ketlik.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Indeks kerak bo'lsa: for i in range(len(s))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Keyingi darsda ro'yxat bo'ylab ham shunday yuramiz.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satr_bolab.py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soz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Python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463082"/>
            <a:ext cx="536736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soz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6A6A76"/>
                </a:solidFill>
                <a:latin typeface="DejaVu Sans Mono"/>
              </a:rPr>
              <a:t># unli harflarni sanash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unlilar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759867"/>
            <a:ext cx="536736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soz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aeiou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unlilar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Unlilar: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unlilar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Ko'paytirish jadvalini chiqaradigan dasturni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jadval.py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3657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Ko'paytirish jadvali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0708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Qaysi son jadvali?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7759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4810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---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jadvali ---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1861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370832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38912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641341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5962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911850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93013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x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=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20064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5452868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7115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--- tugadi ---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range(1, 11) → 1 dan 10 gacha. 11 kirmaydi.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Har aylanishda i yangi qiymat oladi: 1, 2, 3 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{i:2} — 2 belgi kenglikda tekislaydi. Jadval chiroyli chiqadi.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Sikldan tashqarida — faqat bir marta bajariladi.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sikl nechta son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 ta (1,2,3)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 ta (1,2,3,4)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 ta (1..5)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 ta (0..4)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1 2 3 4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range(1, 5) 1 dan boshlaydi va 5 GACHA boradi — 5 ning o'zi kirmaydi. Shuning uchun 4 ta son. Bu slicing [a:b] bilan bir xil qoida.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1 dan 100 gacha yig'indi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510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510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0179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0179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2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3848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3848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7517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7517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1866"/>
            <a:ext cx="219456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1866"/>
            <a:ext cx="5742249" cy="23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Yig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indi: 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312" b="0" i="0">
                <a:solidFill>
                  <a:srgbClr val="6A6A76"/>
                </a:solidFill>
                <a:latin typeface="DejaVu Sans Mono"/>
              </a:rPr>
              <a:t># 5050 chiqishi kerak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siklni boshlaydigan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for va o'zgaruvchi orasidagi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100 ham kirishi kerak — range oxirgi sonni olmasligini eslang.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Faktorialni hisoblovchi dastur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natija *=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har qadamda ko'paytirish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natija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boshlang'ich qiymat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print(f"{n}! = {natija}")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natijani chiqarish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for i in range(1, n + 1):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1 dan n gacha sikl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 = int(input("n: "))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ma'lumot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 dan 20 gacha, faqat juft sonlar chiqsin (range qadami bilan).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Teskari tartibda 10 dan 1 gacha chiqarsin.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bir sonning kvadratini ham yoniga yozsin.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 dan 10 gacha sonlar va ularning kvadratini jadval qilib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so'z olib, har bir harfini alohida qatorda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Yulduzchalardan uchburchak chizing: 1-qatorda 1 ta, 2-qatorda 2 ta … (ichma-ich for).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i in range(1, 10):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10 ham kerak edi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i in range(1, 11):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endi 10 kiradi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range oxirgi sonni olmaydi. n gacha kerak bo'lsa — range(1, n+1).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i in range(5)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i in range(5):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for satri oxirida ikki nuqta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i in range(5):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i +=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i in range(5):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for'da sanoqchini qo'lda oshirish kerak emas — Python o'zi qiladi.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range(5) qaysi sonlarni beradi?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for va while qachon qaysi biri tanlanadi?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range(1, 10, 3) nima chiqaradi?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break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s[1:4] nimani beradi?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for — ketma-ketlikning har bir elementi uchun. Sanoqchi avtomatik.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range(a, b) — a dan b GACHA, b kirmaydi. Uchinchi argument — qadam.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Necha marta aylanishi ma'lum bo'lsa for, noma'lum bo'lsa while.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10/96 — for sikli va range()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Ko'paytirish jadvalini chiqaruvchi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9: while sikli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7: Shartli operatorlar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List (ro'yxat)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20 ta talabaning ismini saqlash uchun 20 ta o'zgaruvchi yaratamizmi? Ularni bitta joyda saqlab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10: for sikli va range()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