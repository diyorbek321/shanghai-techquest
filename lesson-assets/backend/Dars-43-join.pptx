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JOIN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JOIN — ikki jadvalni birlashtirish. Relational DB'ning butun kuchi shu yerda.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Foreign key orqali jadvallar bog'lanishini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INNER JOIN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LEFT JOIN va INNER JOIN farqini 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Bir nechta jadvalni ketma-ket JOIN qila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«Filtrlash chuqur»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LIKE, IN, BETWEEN, IS NULL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(Shartli filtrlash bo'yicha 8 ta so'rov…)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Foreign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 jadvalning id'siga ishora qiluvchi ustun.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INNER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ikkala jadvalda ham mos keladigan qatorlar.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LEFT 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Chapdagi hamma qator + o'ngdan mos kelganlari.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Qaysi ustunlar bo'yicha bog'lanish.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Alias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Jadvalga qisqa nom: FROM talabalar 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NULL (JOIN'da)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LEFT JOIN'da mos kelmagan joyda NULL chiqadi.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Foreign key — bir jadvalning boshqasiga ishorasi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baholar jadvalidagi talaba_id → talabalar.id ga ishora.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ma'lumot takrorlanishining oldini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Talaba ismi bir joyda saqlanadi — o'zgartirsa hamma joyda o'zgaradi.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REFERENCES bilan e'lon qilinadi.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foreign_key.sql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9663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9663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1344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1344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3026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3026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4708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4708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6389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6389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8071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8071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9752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9752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696056"/>
            <a:ext cx="5367363" cy="21681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71434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1434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REFERENCES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93116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93116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fan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14797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14797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INTEGER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36479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36479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INNER JOIN faqat ikkala tomonda ham mos kelgan qatorlarni qaytaradi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ON — qaysi ustunlar teng bo'lishi kerakligini aytadi.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Bahosi yo'q talaba natijaga TUSHMAYDI.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Ustun nomlari takrorlansa — jadval nomi bilan yozing: t.id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Alias bilan qisqartiring: talabalar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inner_join.sql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7406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7406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fan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85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85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75135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6964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6964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INNER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01743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01743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26522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6522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1301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1301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6A6A76"/>
                </a:solidFill>
                <a:latin typeface="DejaVu Sans Mono"/>
              </a:rPr>
              <a:t>-- INNER so'zini tashlab ketsa ham bo'ladi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76080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76080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500859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500859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25638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25638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LEFT JOIN chapdagi HAMMA qatorni saqlaydi — mos kelmasa NULL qo'yadi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«Hamma talabani ko'rsat, bahosi bo'lsa — u ham chiqsin».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Bahosi yo'q talabada ball ustunida NULL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«Bahosi yo'qlarni» topish: WHERE b.id IS NULL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juda ko'p ishlatiladigan naqsh.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left_join.sql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32765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32765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6A6A76"/>
                </a:solidFill>
                <a:latin typeface="DejaVu Sans Mono"/>
              </a:rPr>
              <a:t>-- Hamma talaba, bahosi bilan yoki NULL bilan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6403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6403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fan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9530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9530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908290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92657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2657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LEFT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5784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5784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6A6A76"/>
                </a:solidFill>
                <a:latin typeface="DejaVu Sans Mono"/>
              </a:rPr>
              <a:t>-- Faqat bahosi YO'Q talabalar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2039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2039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85166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85166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08293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08293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LEFT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talaba_id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5295916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531420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1420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IS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Ikki jadvalni JOIN bilan birlashtiramiz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join.sql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-- 1) Barcha baho olganlar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35013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-- 2) Hamma talaba (bahosi bo'lmasa ham)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COALESCE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LEFT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-- 3) Hech qanday bahosi yo'qlar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LEFT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-- 4) Uch jadval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" y="578470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fanlar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fan_id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80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ON t.id = b.talaba_id — bog'lanish sharti. Foreign key shu yerda ishlaydi.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COALESCE — NULL o'rniga 0 qo'yadi (42-dars).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WHERE b.id IS NULL — LEFT JOIN'dan keyin «mos kelmagan» larni topish naqshi.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22-satr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JOIN'larni ketma-ket ulash mumkin — har biriga o'z ON sharti.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5 ta talaba bor, ulardan 3 tasining bahosi bor. INNER JOIN nechta qator qaytaradi?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 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 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8 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15 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70542"/>
            <a:ext cx="219456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70542"/>
            <a:ext cx="4876641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12668"/>
            <a:ext cx="219456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12668"/>
            <a:ext cx="4876641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54794"/>
            <a:ext cx="219456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54794"/>
            <a:ext cx="4876641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96920"/>
            <a:ext cx="219456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96920"/>
            <a:ext cx="4876641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LEFT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count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    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count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    3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count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7" b="0" i="0">
                <a:solidFill>
                  <a:srgbClr val="FFFFFF"/>
                </a:solidFill>
                <a:latin typeface="DejaVu Sans Mono"/>
              </a:rPr>
              <a:t>    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INNER JOIN faqat bahosi borlarni qoldirdi (3). LEFT JOIN esa hamma talabani saqladi (5) — bahosi yo'qlarda ball ustuni NULL bo'ldi.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jadvallarni birlashtiring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-- Hamma talaba, bahosiz ham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Birlashtirish buyrug'i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Bog'lanish shartini boshlaydigan so'z — 2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Chapdagi hamma qatorni saqlaydigan JOIN turi — 2 so'z.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JOIN so'rovini to'g'ri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JOIN baholar b ON t.id = b.talaba_id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birlashtirish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SELECT t.ism, b.fan, b.ball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nima olamiz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FROM talabalar 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asosiy jadval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WHERE b.ball &gt;= 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filtr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ORDER BY b.ball DESC;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tartib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LEFT JOIN ga o'zgartirib, farqni ko'ring.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80+ ball olganlarni filtrlang.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Ball bo'yicha kamayish tartibida joylang.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Ikki jadvalni INNER JOIN bilan birlashtiring.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LEFT JOIN bilan «bog'lanmagan» yozuvlarni toping.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Uch jadvalni ketma-ket JOIN qilib, to'liq hisobot yozing.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id FROM talabalar t JOIN baholar b ON t.id = b.talaba_id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t.id FROM talabalar t JOIN baholar b ON t.id = b.talaba_id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Ikkala jadvalda ham id bor — qaysi biri ekanini aniqlang.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talabalar JOIN baholar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talabalar t JOIN baholar b ON t.id = b.talaba_id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ON'siz JOIN — dekart ko'paytmasi. 100 x 100 = 10 000 qator!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LEFT JOIN baholar b ON t.id = b.talaba_id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b.ball &gt; 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LEFT JOIN baholar b ON t.id = b.talaba_id AND b.ball &gt; 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WHERE LEFT JOIN'ni INNER JOIN'ga aylantiradi (NULL'lar chiqib ketadi).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INNER JOIN va LEFT JOIN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Foreign key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ON nimani belgilaydi?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IS NULL qanday ishlatiladi?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PRIMARY KEY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Foreign key — bir jadvalning boshqasiga ishorasi. REFERENCES bilan e'lon qilinadi.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INNER JOIN — faqat mos kelganlar. LEFT JOIN — chapdagi hammasi + mos kelganlar.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LEFT JOIN + WHERE b.id IS NULL — «bog'lanmaganlarni topish» naqshi.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43/96 —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Ikki jadvalni JOIN bilan birlashtirish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42: Filtrlash chuqur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40: DB asoslari &amp; SELECT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31: Comprehensions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Guruhlash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Har bir guruhda nechta talaba borligini bilish kerak. Har guruh uchun alohida so'rov yozamizmi?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43: JOIN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SQL</cp:category>
</cp:coreProperties>
</file>