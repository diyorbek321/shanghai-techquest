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DB dizayni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4-oy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15-hafta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DB dizayni — jadvallarni to'g'ri loyihalash. Bu yerdagi xato butun loyihaga ta'sir qiladi.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Primary key va foreign key rolini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Normalizatsiyaning asosiy g'oyasini bilasiz.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Bir-ko'p va ko'p-ko'p munosabatlarni loyihalay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Indeks nima uchun kerakligini bilasiz.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«Guruhlash»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GROUP BY, agregat funksiyalar: COUNT, SUM, AVG, MIN, MAX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(Har bir kategoriya bo'yicha statistika chiqarish…)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Primary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Har qatorning noyob identifikatori.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Foreign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Boshqa jadvalning PK'siga ishora.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1:N (bir-ko'p)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Bir guruhda ko'p talaba.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M:N (ko'p-ko'p)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Bir talaba ko'p kursda, bir kursda ko'p talaba.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Normalizatsiya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Ma'lumot takrorlanishini yo'q qilish.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Indeks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Qidiruvni tezlashtiruvchi tuzilma.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Ma'lumot takrorlansa — u albatta bir kun nomuvofiq bo'lib qoladi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Guruh nomi har qatorda takrorlansa — nomni o'zgartirish 1000 qatorni yangilashni talab qiladi.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joyda unutilsa — ma'lumot nomuvofiq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Yechim: takrorlanuvchi qismni alohida jadvalga chiqarish.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Bog'lanish foreign key orqali saqlanadi.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normalizatsiya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-- ✗ Normallashtirilmagan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8211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8211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talabalar(id, ism, guruh_nomi, guruh_ustozi)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0157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0157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1, Ali,  Backend-1, Aziz aka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2102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2102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2, Guli, Backend-1, Aziz aka    ← takror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84048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84048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3, Bek,  Backend-1, Aziz aka    ← takror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5993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5993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27939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27939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-- ✓ Normallashtirilgan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49884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49884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guruhlar(id, nom, ustoz)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71830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1830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1, Backend-1, Aziz aka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93775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93775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15721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15721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talabalar(id, ism, guruh_id)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37666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37666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1, Ali, 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59612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59612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2, Guli,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Bir-ko'p munosabat foreign key bilan, ko'p-ko'p esa oraliq jadval bilan quriladi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1:N — «ko'p» tomonga foreign key qo'yiladi.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M:N — uchinchi, bog'lovchi jadval yaratiladi.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Bog'lovchi jadval ikkala tomonning id'sini saqlaydi.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Django ORM ham aynan shunday ishlaydi.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munosabatlar.sql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-- 1:N — bir guruhda ko'p talaba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TABLE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guruhlar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SERIAL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PRIMARY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KEY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UNIQUE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NOT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NULL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TABLE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SERIAL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PRIMARY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KEY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NOT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286922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guruh_id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INTEGER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REFERENCES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guruhlar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-- M:N — talaba va kurslar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65379" y="4958198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TABLE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talaba_kurs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INTEGER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REFERENCES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kurs_id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930" b="0" i="0">
                <a:solidFill>
                  <a:srgbClr val="7AB8E0"/>
                </a:solidFill>
                <a:latin typeface="DejaVu Sans Mono"/>
              </a:rPr>
              <a:t>INTEGER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REFERENCES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kurslar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65379" y="5461655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PRIMARY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KEY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kurs_id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Indeks qidiruvni tezlashtiradi, lekin yozishni sekinlashtiradi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Indekssiz: butun jadvalni ko'rib chiqadi (full scan).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Indeks bilan: kitob ko'rsatkichi kabi to'g'ridan-to'g'ri topadi.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PRIMARY KEY va UNIQUE avtomatik indekslanadi.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WHERE va JOIN'da tez-tez ishlatiladigan ustunga qo'ying.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indeks.sql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62717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62717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6A6A76"/>
                </a:solidFill>
                <a:latin typeface="DejaVu Sans Mono"/>
              </a:rPr>
              <a:t>-- Tez-tez qidiriladigan ustunga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248491"/>
            <a:ext cx="5367363" cy="2040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266779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266779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INDEX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idx_talabalar_guruh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470841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470841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guruh_id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674903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674903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878965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878965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INDEX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idx_talabalar_ism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083027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083027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287089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287089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491151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491151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6A6A76"/>
                </a:solidFill>
                <a:latin typeface="DejaVu Sans Mono"/>
              </a:rPr>
              <a:t>-- Noyoblik + indeks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695213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695213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UNIQUE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INDEX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idx_email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899275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899275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foydalanuvchilar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email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103337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103337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5307399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307399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6A6A76"/>
                </a:solidFill>
                <a:latin typeface="DejaVu Sans Mono"/>
              </a:rPr>
              <a:t>-- Rejani ko'rish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65379" y="5493173"/>
            <a:ext cx="5367363" cy="2040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11683" y="5511461"/>
            <a:ext cx="219456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511461"/>
            <a:ext cx="4763859" cy="204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1" b="0" i="0">
                <a:solidFill>
                  <a:srgbClr val="E5C87A"/>
                </a:solidFill>
                <a:latin typeface="DejaVu Sans Mono"/>
              </a:rPr>
              <a:t>EXPLAIN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guruh_id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3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1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131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Har ustunga indeks qo'ymang — INSERT/UPDATE sekinlashadi va joy egallaydi.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Kichik loyiha uchun to'liq DB sxemasini loyihalaymiz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sxema.sql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Blog loyihasi sxemasi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TABLE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SERIAL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PRIMARY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KEY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362063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email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150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UNIQUE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TABLE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SERIAL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PRIMARY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KEY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TEXT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456741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muallif_id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INTEGER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NULL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REFERENCES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yaratilgan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TIMESTAMP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DEFAULT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TABLE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teglar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SERIAL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PRIMARY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KEY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UNIQUE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NULL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-- M:N bog'lovchi jadval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TABLE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post_teg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post_id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INTEGER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REFERENCES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8952" y="632571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DELETE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CASCADE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teg_id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INTEGER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REFERENCES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teglar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PRIMARY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KEY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post_id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teg_id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" y="673148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INDEX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idx_postlar_muallif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muallif_id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UNIQUE — email takrorlanmasin. Avtomatik indeks ham yaratiladi.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13-satr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1:N — bir muallifda ko'p post. FK «ko'p» tomonda.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26-satr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ON DELETE CASCADE — post o'chsa, bog'lanishlari ham o'chadi.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29-satr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Kompozit PK — bir juftlik faqat bir marta bo'lsin.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M:N (ko'p-ko'p) munosabat uchun nechta jadval kerak?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-- Talaba ko'p kursga yozilishi mumkin,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-- bir kursda ko'p talaba bo'lishi mumkin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 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 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3 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 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3" b="0" i="0">
                <a:solidFill>
                  <a:srgbClr val="E5C87A"/>
                </a:solidFill>
                <a:latin typeface="DejaVu Sans Mono"/>
              </a:rPr>
              <a:t>EXPLAIN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E5C87A"/>
                </a:solidFill>
                <a:latin typeface="DejaVu Sans Mono"/>
              </a:rP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76173"/>
            <a:ext cx="219456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76173"/>
            <a:ext cx="4876641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3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guruh_id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23930"/>
            <a:ext cx="219456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23930"/>
            <a:ext cx="4876641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71687"/>
            <a:ext cx="219456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71687"/>
            <a:ext cx="4876641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3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E5C87A"/>
                </a:solidFill>
                <a:latin typeface="DejaVu Sans Mono"/>
              </a:rPr>
              <a:t>INDEX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idx_g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guruh_id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19444"/>
            <a:ext cx="219456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19444"/>
            <a:ext cx="4876641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567201"/>
            <a:ext cx="219456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67201"/>
            <a:ext cx="4876641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3" b="0" i="0">
                <a:solidFill>
                  <a:srgbClr val="E5C87A"/>
                </a:solidFill>
                <a:latin typeface="DejaVu Sans Mono"/>
              </a:rPr>
              <a:t>EXPLAIN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E5C87A"/>
                </a:solidFill>
                <a:latin typeface="DejaVu Sans Mono"/>
              </a:rP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814958"/>
            <a:ext cx="219456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814958"/>
            <a:ext cx="4876641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3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guruh_id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Seq Scan on talabalar  (cost=0.00..1834)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 Execution Time: 45.２ ms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CREATE INDEX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Index Scan using idx_g  (cost=0.29..8.31)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 Execution Time: 0.08 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Indekssiz Python «Seq Scan» — butun jadvalni ko'rib chiqdi (45 ms). Indeks bilan «Index Scan» — to'g'ridan-to'g'ri topdi (0.08 ms). 500 barobar tez.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sxemani yakunlang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E5C87A"/>
                </a:solidFill>
                <a:latin typeface="DejaVu Sans Mono"/>
              </a:rPr>
              <a:t>TABLE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guruhlar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9811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98114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305" b="0" i="0">
                <a:solidFill>
                  <a:srgbClr val="7AB8E0"/>
                </a:solidFill>
                <a:latin typeface="DejaVu Sans Mono"/>
              </a:rPr>
              <a:t>SERIAL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33572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33572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E5C87A"/>
                </a:solidFill>
                <a:latin typeface="DejaVu Sans Mono"/>
              </a:rPr>
              <a:t>NOT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E5C87A"/>
                </a:solidFill>
                <a:latin typeface="DejaVu Sans Mono"/>
              </a:rPr>
              <a:t>NULL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69030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69030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04488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04488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3994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139946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E5C87A"/>
                </a:solidFill>
                <a:latin typeface="DejaVu Sans Mono"/>
              </a:rPr>
              <a:t>TABLE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7540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375404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1305" b="0" i="0">
                <a:solidFill>
                  <a:srgbClr val="7AB8E0"/>
                </a:solidFill>
                <a:latin typeface="DejaVu Sans Mono"/>
              </a:rPr>
              <a:t>SERIAL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E5C87A"/>
                </a:solidFill>
                <a:latin typeface="DejaVu Sans Mono"/>
              </a:rPr>
              <a:t>PRIMARY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E5C87A"/>
                </a:solidFill>
                <a:latin typeface="DejaVu Sans Mono"/>
              </a:rPr>
              <a:t>KEY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610862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610862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305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E5C87A"/>
                </a:solidFill>
                <a:latin typeface="DejaVu Sans Mono"/>
              </a:rPr>
              <a:t>NOT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E5C87A"/>
                </a:solidFill>
                <a:latin typeface="DejaVu Sans Mono"/>
              </a:rPr>
              <a:t>NULL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846320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846320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guruh_id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7AB8E0"/>
                </a:solidFill>
                <a:latin typeface="DejaVu Sans Mono"/>
              </a:rPr>
              <a:t>INTEGER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__________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guruhlar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081778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81778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31723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317236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55269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552694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idx_guruh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E5C87A"/>
                </a:solidFill>
                <a:latin typeface="DejaVu Sans Mono"/>
              </a:rPr>
              <a:t>ON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guruh_id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Noyob identifikator — ikki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Takrorlanmaslikni ta'minlaydi — 6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Boshqa jadvalga ishora — 10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Qidiruvni tezlashtiradi — 5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CREATE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TABLE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SERIAL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PRIMARY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KEY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VARCHAR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muallif_id foreign key qo'shing.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yaratilgan TIMESTAMP DEFAULT NOW() qo'shing.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muallif_id uchun indeks yarating.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Kichik loyiha uchun 3 jadvalli sxema chizing (qog'ozda).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Uni SQL bilan yozing: PK, FK, NOT NULL, UNIQUE bilan.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M:N munosabatni bog'lovchi jadval bilan qo'shing va indeks yarating.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talabalar(id, ism, guruh_nomi, guruh_ustozi)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guruhlar(id, nom, ustoz)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talabalar(id, ism, guruh_id)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Takrorlanuvchi ma'lumotni alohida jadvalga chiqaring.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-- M:N uchun 2 jadval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-- M:N uchun 3-jadval: talaba_kurs(talaba_id, kurs_id)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Ko'p-ko'p munosabat bog'lovchi jadvalsiz ifodalanmaydi.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CREATE INDEX ON t(a); CREATE INDEX ON t(b); 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-- faqat WHERE/JOIN'da ishlatiladiganlarga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Ortiqcha indeks INSERT/UPDATE ni sekinlashtiradi.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Normalizatsiya nima uchun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M:N munosabat qanday quriladi?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Indeks nima qiladi va kamchiligi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GROUP BY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Foreign key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Takrorlanuvchi ma'lumotni alohida jadvalga chiqaring — normalizatsiya.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1:N — «ko'p» tomonga FK. M:N — bog'lovchi (uchinchi) jadval.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Indeks qidiruvni tezlashtiradi, yozishni sekinlashtiradi. WHERE/JOIN ustunlariga qo'ying.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45/96 — DB dizayni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Kichik loyiha uchun DB sxemasi loyihalash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44: Guruhlash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42: Filtrlash chuqur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33: Decorator &amp; Closure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SQLite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SQL'ni bilib oldik. Endi Python'dan bazaga qanday murojaat qilamiz?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45: DB dizayni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SQL</cp:category>
</cp:coreProperties>
</file>