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pytest / Django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pytest va Django test — API endpointlarni avtomatik sinashning professional yo'li.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pytest-django ni sozlab, testlarni ishga tushira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Fixture bilan test ma'lumotini tayyorlay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APIClient bilan endpointlarni testlay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Status kod va javob mazmunini tekshira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«Test asoslari»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Test nima uchun kerak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(3 ta funksiya uchun test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pytest-django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pytest'ni Django bilan bog'lovchi plagin.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Fixture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Test uchun tayyorlangan ma'lumot yoki obyekt.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@pytest.fixture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Fixture e'lon qilish dekoratori.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db fixture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Test bazasiga ruxsat beradi.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APIClient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DRF'ning test klienti.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conftest.py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Umumiy fixture'lar fayli.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Testlar alohida, vaqtinchalik bazada ishlaydi — haqiqiy ma'lumotga tegmaydi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har test uchun test_ prefiksli baza yaratadi.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tugagach baza o'chiriladi.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test o'z tranzaksiyasida — bir-biriga ta'sir qilmaydi.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@pytest.mark.django_db — bazaga ruxsat beradi.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pytest.ini +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  pip install pytest pytest-django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pytest.ini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DJANGO_SETTINGS_MODULE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python_files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test_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test_models.py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5379" y="5004816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test_post_yaratiladi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Test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is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Fixture — testlar uchun qayta ishlatiladigan tayyorgarlik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@pytest.fixture bilan e'lon qilinadi.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Test funksiyasi uni PARAMETR sifatida so'raydi.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conftest.py'dagi fixture'lar hamma testga ochiq.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Takrorlanishni yo'q qiladi (DRY, 16-dars).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conftest.py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6A6A76"/>
                </a:solidFill>
                <a:latin typeface="DejaVu Sans Mono"/>
              </a:rPr>
              <a:t># conftest.py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contrib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auth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test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APIClient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759493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APIClient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438758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create_user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username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password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parol123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65379" y="5253876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auth_client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force_authenticate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client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auth_client boshqa ikki fixture'ni ishlatdi — ular avtomatik chaqiriladi.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APIClient bilan haqiqiy HTTP so'rov yubormasdan endpointni sinaymiz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client.get(url), client.post(url, data) — server kerak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response.status_code — status kodni tekshirish.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response.data — javob mazmuni (dict).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force_authenticate — token yozmasdan login qilish.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test_api.py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test_postlar_royxati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35908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192524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results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test_tokensiz_yaratib_bolmaydi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            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Test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401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 endpointlar uchun to'liq test to'plamini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test_api.py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fixture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Test 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78470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TestPostAPI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test_royxat_ochiq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test_batafsil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Test 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test_yoq_post_404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/api/postlar/9999/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test_tokensiz_yaratib_bolmaydi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8952" y="808402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401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test_token_bilan_yaratiladi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auth_client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auth_client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Yangi 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58952" y="943656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Fixture boshqa fixture'ni parametr sifatida oladi — zanjir hosil bo'ladi.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22-satr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Class bilan guruhlash — @django_db bir marta yoziladi.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39-satr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Xavfsizlik testi — ruxsatsiz amal RAD ETILISHINI tekshirish (69-dars).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49-satr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Ijobiy holat: 201 va bazada haqiqatan yaratilgani.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@pytest.mark.django_db yozilmasa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test_post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Ishlaydi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Bazaga ruxsat yo'q xatosi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Haqiqiy bazaga yozadi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Test o'tkazib yuboriladi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test_api.py::TestPostAPI::test_royxat_ochiq PASSED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test_api.py::TestPostAPI::test_batafsil PASSED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test_api.py::TestPostAPI::test_yoq_post_404 PASSED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test_api.py::TestPostAPI::test_tokensiz... PASSED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test_api.py::TestPostAPI::test_token_bilan... PASSED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===== 5 passed in 1.24s =====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-v (verbose) har testni alohida ko'rsatdi. 5 ta test 1.24 soniyada bajarildi — buni qo'lda qilish 10 daqiqa olardi. Har test o'z toza bazasida ishladi.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API testi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APIClient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test_royxat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Fixture e'lon qiluvchi dekorator — 7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Bazaga ruxsat beruvchi marker — django_…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Fixture testga PARAMETR bo'lib keladi.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Javob holatini bildiruvchi atribut.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C9A961"/>
                </a:solidFill>
                <a:latin typeface="DejaVu Sans Mono"/>
              </a:rPr>
              <a:t>@pytest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mark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django_db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15321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15321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test_royxat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02226"/>
            <a:ext cx="219456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02226"/>
            <a:ext cx="4876641" cy="186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6" b="0" i="0">
                <a:solidFill>
                  <a:srgbClr val="E5C87A"/>
                </a:solidFill>
                <a:latin typeface="DejaVu Sans Mono"/>
              </a:rPr>
              <a:t>assert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client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/api/postlar/</a:t>
            </a:r>
            <a:r>
              <a:rPr sz="103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03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6" b="0" i="0">
                <a:solidFill>
                  <a:srgbClr val="C9A961"/>
                </a:solidFill>
                <a:latin typeface="DejaVu Sans Mono"/>
              </a:rPr>
              <a:t>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Javob mazmunini ham tekshiring (count yoki results).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404 holati uchun test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auth_client bilan POST testini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pytest-django o'rnatib, pytest.ini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conftest.py da 3 ta fixture yarating.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 endpoint uchun 5 ta test yozing: 200, 201, 400, 401, 404.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test_post():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Post.objects.create(...)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@pytest.mark.django_db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test_post():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Post.objects.create(...)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Marker'siz test bazaga kira olmaydi.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test_x():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client = APIClient()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test_x(client):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Fixture ishlating — takrorlanishni yo'q qiladi.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assert javob.status_code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assert javob.status_code ==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Bo'sh bo'lmagan har son True — 404 ham «o'tib ketadi».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Fixture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@pytest.mark.django_db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APIClient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AAA nimani anglatadi?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assert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Testlar alohida, vaqtinchalik bazada ishlaydi — haqiqiy ma'lumotga tegmaydi.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Fixture — qayta ishlatiladigan tayyorgarlik. conftest.py'da umumiylari.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APIClient bilan server ishga tushirmasdan endpointni sinaymiz.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Testing · Dars 74/96 — pytest / Django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API endpoint uchun testlar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73: Test asoslari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71: Bog'lanishlar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62: API View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Debugging &amp; TDD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Test yiqildi, lekin nima uchun ekani tushunarsiz. Kodning ichida nima bo'layotganini qanday ko'ramiz?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74: pytest / Django test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Testing</cp:category>
</cp:coreProperties>
</file>