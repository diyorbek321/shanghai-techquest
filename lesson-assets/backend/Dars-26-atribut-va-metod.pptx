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Atribut va metod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Metod — obyektning harakati. Endi obyektlarimiz nafaqat ma'lumot saqlaydi, balki ish ham bajaradi.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Class ichida metod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Atribut va metod farqini tushuntira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Metod ichida self orqali atributga murojaat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Obyekt holatini metod orqali o'zgartira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«Class va Object»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OOP nima, class va object tushunchasi. __init__ konstruktor, self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('Talaba' classini yaratish (ism, yosh)…)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Metod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Class ichidagi funksiya. Obyektning harakati.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Atribut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Obyektning ma'lumoti. Ot so'z: ism, yosh.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obyekt.metod()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Metodni chaqirish — qavs shart.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obyekt.atribut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Atributni o'qish — qavssiz.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Holat (state)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Obyektning hozirgi atribut qiymatlari.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Getter/Setter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Atributni o'qish/yozish uchun metod.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Metod — class ichidagi funksiya, birinchi parametri har doim self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Atribut — nima (ot): marka, tezlik.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Metod — nima qiladi (fe'l): tezlash(), tox‌ta().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Chaqirishda qavs shart: m.tezlash(). Qavssiz — metodning o'zi.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Metod ichida self.atribut orqali ma'lumotga kiriladi.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metod.py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marka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736848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miqdor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miqdor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Tezlik: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 km/soat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370832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toxta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To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xtadi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Cobalt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5379" y="5321808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60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20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toxta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Metod obyekt holatini o'zgartiradi — bu OOP'ning asosiy g'oyasi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Ma'lumot va u bilan ishlaydigan kod BIR JOYDA turadi.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Tashqaridan tezlikni to'g'ridan-to'g'ri o'zgartirish shart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Metod ichida tekshiruv qo'yish mumkin — himoya.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Django modellarida har kuni ko'radigan naqsh.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hisob.py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5285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4304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3324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2343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qoshish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89534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1363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0382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Summa musbat bo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lsin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9402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48421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summa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67441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86460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yechish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5036514"/>
            <a:ext cx="536736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05480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24499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Mablag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 yetarli emas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435192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054" b="0" i="0">
                <a:solidFill>
                  <a:srgbClr val="E5C87A"/>
                </a:solidFill>
                <a:latin typeface="DejaVu Sans Mono"/>
              </a:rPr>
              <a:t>return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25387"/>
            <a:ext cx="476385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summa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Tekshiruvlar metod ichida — balansni noto'g'ri qiymatga tushirib bo'lmaydi.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Metodlari bor «Mashina» classini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mashina.py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"""Oddiy mashina modeli."""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yoqilgan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yoqilgan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ishga tushdi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miqdor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" y="483792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not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yoqilgan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Avval dvigatelni yoqing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miqdor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Tezlik: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km/soat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yil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),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\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km/soat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Cobalt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2020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58952" y="646097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ogohlantirish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yoq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60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Metod holatni o'zgartiradi: yoqilgan False → True.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Guard clause — shart bajarilmasa darhol chiqamiz.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Bu metod ekranga chiqarmaydi — matn QAYTARADI. 17-darsdagi return/print farqi.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27-satr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Dvigatel yoqilmagani uchun ogohlantirish chiqadi.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Oxirgi print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9520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9520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6383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6383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3246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3246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0109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0109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972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972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835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835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0698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0698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7561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7561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4424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4424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3128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31287"/>
            <a:ext cx="5525847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None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9811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98114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3357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33572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6903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69030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0448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04488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3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13994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139946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3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37540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375404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610862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610862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846320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846320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081778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81778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17236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17236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552694"/>
            <a:ext cx="219456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552694"/>
            <a:ext cx="4876641" cy="2354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05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3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&lt;bound method C.oshir of &lt;__main__.C object at ...&gt;&gt;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Metod ikki marta chaqirildi — n 0'dan 2'ga chiqdi. Oxirgi satrda QAVSSIZ yozdik — metod chaqirilmadi, shunchaki obyektning o'zi chiqdi.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sanoqchi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Sanoqchi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korsat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Sanoqchi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oshir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korsat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metodning birinchi parametri bir xil — 4 harfli.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Atributga murojaat ham shu nom orqali.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korsat() qiymatni chiqarmaydi, QAYTARADI.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Bank hisobi classi — satrlarni tartibga soling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def qoshish(self, summa):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qo'shish metodi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04457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095897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004457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004457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class Hisob: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004457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class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1746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613186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521746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521746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def __init__(self):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521746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konstruktor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39035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130475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039035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039035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self.balans =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039035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boshlang'ich balans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556324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13816" y="4647764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3816" y="4556324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556324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        self.balans += summa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34186" y="4556324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balansni oshirish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73613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13816" y="5165053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3816" y="5073613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5073613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 = Hisob()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186" y="5073613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5 · ishlatish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590902"/>
            <a:ext cx="7574066" cy="39841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3816" y="5682342"/>
            <a:ext cx="274320" cy="215537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3816" y="5590902"/>
            <a:ext cx="274320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590902"/>
            <a:ext cx="6796826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h.qoshish(1000)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34186" y="5590902"/>
            <a:ext cx="2971708" cy="3984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6 · metodni chaqirish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Mashina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marka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marka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tezlash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tezlik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sekinlash() metodini qo'shing.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Tezlik 0 dan pastga tushmasin — tekshiruv qo'ying.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malumot() metodi qo'shing — holatni matn qilib qaytarsin.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«Sanoqchi» classi: oshir(), kamaytir(), korsat() metodlari bilan.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«Mashina» classi: yoq(), tezlash(), toxta() metodlari bilan.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«Hisob» classi: pul qo'shish va yechish, mablag' yetmasa ogohlantirish.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C: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f():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print("x")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C: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f(self):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print("x")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Metodning birinchi parametri self bo'lishi shart.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c.oshir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c.oshir()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Qavssiz yozilsa metod chaqirilmaydi — obyektning o'zi qaytadi.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oshir(self):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n +=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oshir(self):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self.n +=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self'siz n — local o'zgaruvchi. Atribut o'zgarmaydi.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Atribut va metod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Metod chaqirishda qavs shartmi?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Metod ichida atributga qanday murojaat qilinadi?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__init__ qachon ishlaydi?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try/except nimadan saqlaydi?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Metod — class ichidagi funksiya. Birinchi parametri har doim 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Atribut — ot (ism, tezlik), metod — fe'l (tezlash, toxta).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Metod obyekt holatini o'zgartiradi va ichida tekshiruv qo'yish mumkin.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26/96 — Atribut va metod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Metodlari bor 'Mashina' classini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25: Class va Object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23: JSON va CSV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14: Dictionary 2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Amaliyot: modellashtirish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Atrofingizdagi qaysi narsalarni class bilan modellashtirish mumkin? Telefon? Kitob? Do'kon?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26: Atribut va metod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OOP</cp:category>
</cp:coreProperties>
</file>