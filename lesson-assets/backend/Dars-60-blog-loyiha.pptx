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Blog loyiha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1257300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MINI-LOYIHA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45436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5-oy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86684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20-hafta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5-oyning yakuni: Django'ning barcha qismini birlashtirib, to'liq CRUD blogini yozamiz.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60/96 — Blog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To'liq CRUD ilovani loyihalay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Barcha URL, view va shablonlarni bog'lay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get_object_or_404 bilan xatolarni to'g'ri boshqara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Loyihani ishga tayyor holatga keltira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60/96 — Blog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«Forms»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Django Forms, ModelForm, validatsiya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(Ma'lumot qo'shish formasi yaratish…)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60/96 — Blog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CRUD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Create, Read, Update, Delete.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get_object_or_404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Topilmasa 404 qaytaradi. get() dan xavfsizroq.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reverse / {% url %}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URL'ni nomi bo'yicha yasash.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get_absolute_url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Modelning o'z sahifasiga havola.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messages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Foydalanuvchiga bir martalik xabar ko'rsatish.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Slug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URL uchun qulay matn: django-ga-kirish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60/96 — Blog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CRUD ilovada beshta view va beshta URL bo'ladi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ro'yxat (list) — hammasini ko'rsatadi.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batafsil (detail) — bittasini ko'rsatadi.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qo'shish (create), tahrirlash (update), o'chirish (delete).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Har biriga o'z URL'i va nomi beriladi.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urls.py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064573"/>
            <a:ext cx="219456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8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064573"/>
            <a:ext cx="4763859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9" b="0" i="0">
                <a:solidFill>
                  <a:srgbClr val="6A6A76"/>
                </a:solidFill>
                <a:latin typeface="DejaVu Sans Mono"/>
              </a:rPr>
              <a:t># blog/urls.py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253794"/>
            <a:ext cx="219456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8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253794"/>
            <a:ext cx="4763859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9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urls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9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443015"/>
            <a:ext cx="219456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8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443015"/>
            <a:ext cx="4763859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9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9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views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632236"/>
            <a:ext cx="219456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8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632236"/>
            <a:ext cx="4763859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65379" y="3803169"/>
            <a:ext cx="5367363" cy="189221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211683" y="3821457"/>
            <a:ext cx="219456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8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3821457"/>
            <a:ext cx="4763859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9" b="0" i="0">
                <a:solidFill>
                  <a:srgbClr val="FFFFFF"/>
                </a:solidFill>
                <a:latin typeface="DejaVu Sans Mono"/>
              </a:rPr>
              <a:t>app_name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49" b="0" i="0">
                <a:solidFill>
                  <a:srgbClr val="6EC27A"/>
                </a:solidFill>
                <a:latin typeface="DejaVu Sans Mono"/>
              </a:rPr>
              <a:t>blog</a:t>
            </a:r>
            <a:r>
              <a:rPr sz="1049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4010678"/>
            <a:ext cx="219456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8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4010678"/>
            <a:ext cx="4763859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4199899"/>
            <a:ext cx="219456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8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199899"/>
            <a:ext cx="4763859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9" b="0" i="0">
                <a:solidFill>
                  <a:srgbClr val="FFFFFF"/>
                </a:solidFill>
                <a:latin typeface="DejaVu Sans Mono"/>
              </a:rPr>
              <a:t>urlpatterns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[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65379" y="4370832"/>
            <a:ext cx="5367363" cy="189221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211683" y="4389120"/>
            <a:ext cx="219456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8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389120"/>
            <a:ext cx="4763859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9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path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4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4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views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royxat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name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4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49" b="0" i="0">
                <a:solidFill>
                  <a:srgbClr val="6EC27A"/>
                </a:solidFill>
                <a:latin typeface="DejaVu Sans Mono"/>
              </a:rPr>
              <a:t>royxat</a:t>
            </a:r>
            <a:r>
              <a:rPr sz="104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578341"/>
            <a:ext cx="219456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8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578341"/>
            <a:ext cx="4763859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9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path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4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49" b="0" i="0">
                <a:solidFill>
                  <a:srgbClr val="6EC27A"/>
                </a:solidFill>
                <a:latin typeface="DejaVu Sans Mono"/>
              </a:rPr>
              <a:t>&lt;int:pk&gt;/</a:t>
            </a:r>
            <a:r>
              <a:rPr sz="104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views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batafsil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name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4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49" b="0" i="0">
                <a:solidFill>
                  <a:srgbClr val="6EC27A"/>
                </a:solidFill>
                <a:latin typeface="DejaVu Sans Mono"/>
              </a:rPr>
              <a:t>batafsil</a:t>
            </a:r>
            <a:r>
              <a:rPr sz="104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4767562"/>
            <a:ext cx="219456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8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767562"/>
            <a:ext cx="4763859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9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path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4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49" b="0" i="0">
                <a:solidFill>
                  <a:srgbClr val="6EC27A"/>
                </a:solidFill>
                <a:latin typeface="DejaVu Sans Mono"/>
              </a:rPr>
              <a:t>yangi/</a:t>
            </a:r>
            <a:r>
              <a:rPr sz="104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views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qosh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name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4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49" b="0" i="0">
                <a:solidFill>
                  <a:srgbClr val="6EC27A"/>
                </a:solidFill>
                <a:latin typeface="DejaVu Sans Mono"/>
              </a:rPr>
              <a:t>qosh</a:t>
            </a:r>
            <a:r>
              <a:rPr sz="104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4956783"/>
            <a:ext cx="219456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8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4956783"/>
            <a:ext cx="4763859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9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path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4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49" b="0" i="0">
                <a:solidFill>
                  <a:srgbClr val="6EC27A"/>
                </a:solidFill>
                <a:latin typeface="DejaVu Sans Mono"/>
              </a:rPr>
              <a:t>&lt;int:pk&gt;/tahrir/</a:t>
            </a:r>
            <a:r>
              <a:rPr sz="104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views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tahrir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5146004"/>
            <a:ext cx="219456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8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5146004"/>
            <a:ext cx="4763859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9" b="0" i="0">
                <a:solidFill>
                  <a:srgbClr val="FFFFFF"/>
                </a:solidFill>
                <a:latin typeface="DejaVu Sans Mono"/>
              </a:rPr>
              <a:t>         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name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4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49" b="0" i="0">
                <a:solidFill>
                  <a:srgbClr val="6EC27A"/>
                </a:solidFill>
                <a:latin typeface="DejaVu Sans Mono"/>
              </a:rPr>
              <a:t>tahrir</a:t>
            </a:r>
            <a:r>
              <a:rPr sz="104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5335225"/>
            <a:ext cx="219456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8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5335225"/>
            <a:ext cx="4763859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9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path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4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49" b="0" i="0">
                <a:solidFill>
                  <a:srgbClr val="6EC27A"/>
                </a:solidFill>
                <a:latin typeface="DejaVu Sans Mono"/>
              </a:rPr>
              <a:t>&lt;int:pk&gt;/ochir/</a:t>
            </a:r>
            <a:r>
              <a:rPr sz="104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views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ochir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name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4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49" b="0" i="0">
                <a:solidFill>
                  <a:srgbClr val="6EC27A"/>
                </a:solidFill>
                <a:latin typeface="DejaVu Sans Mono"/>
              </a:rPr>
              <a:t>ochir</a:t>
            </a:r>
            <a:r>
              <a:rPr sz="104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5524446"/>
            <a:ext cx="219456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8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5524446"/>
            <a:ext cx="4763859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9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app_name — URL'larni ajratadi: {% url 'blog:royxat' %}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60/96 — Blog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get_object_or_404 — mavjud bo'lmagan obyekt uchun to'g'ri javob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get() DoesNotExist beradi → 500 xatosi (server aybi).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get_object_or_404 → 404 (client noto'g'ri manzil so'radi).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Status kod haqiqatni aytishi kerak (50-dars).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Har detail/update/delete view'da ishlatiladi.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views.py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shortcuts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get_object_or_404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5285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5285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34304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34304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53324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53324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6A6A76"/>
                </a:solidFill>
                <a:latin typeface="DejaVu Sans Mono"/>
              </a:rPr>
              <a:t># ✗ Noto'g'ri — 500 xatosi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72343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72343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batafsil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65379" y="3895344"/>
            <a:ext cx="5367363" cy="19019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211683" y="391363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391363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410382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10382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54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render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blog/batafsil.html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429402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29402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                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post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}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448421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48421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467441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467441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486460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486460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6A6A76"/>
                </a:solidFill>
                <a:latin typeface="DejaVu Sans Mono"/>
              </a:rPr>
              <a:t># ✓ To'g'ri — 404 sahifasi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1683" y="505480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2579" y="505480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batafsil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65379" y="5226709"/>
            <a:ext cx="5367363" cy="19019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211683" y="524499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524499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get_object_or_404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543519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543519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54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render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blog/batafsil.html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1683" y="562538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562538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                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post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}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60/96 — Blog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Blog CRUD'ining to'liq view'larini yozamiz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blog/views.py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shortcuts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render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redirect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get_object_or_404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contrib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messages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forms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royxat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q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postlar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filter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chop_etilgan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8952" y="4432162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postlar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postlar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filter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sarlavha__icontains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render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blog/royxat.html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 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postlar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postlar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q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batafsil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get_object_or_404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render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blog/batafsil.html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 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qosh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58952" y="6055210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form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PostForm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or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None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5256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16152" y="620875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method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and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form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is_valid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5256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16152" y="634400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form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save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5256" y="647926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16152" y="647926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messages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success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Qo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shildi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5256" y="661451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16152" y="661451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redirect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blog:batafsil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5256" y="674976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16152" y="674976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render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blog/forma.html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5256" y="688502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16152" y="688502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 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form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form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5256" y="702027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216152" y="702027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5256" y="715553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16152" y="715553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05256" y="729078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216152" y="729078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tahrir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05256" y="742603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216152" y="742603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get_object_or_404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05256" y="756129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16152" y="756129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form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PostForm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or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None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instance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58952" y="767825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TextBox 84"/>
          <p:cNvSpPr txBox="1"/>
          <p:nvPr/>
        </p:nvSpPr>
        <p:spPr>
          <a:xfrm>
            <a:off x="905256" y="769654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216152" y="769654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method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and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form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is_valid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05256" y="783180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16152" y="783180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form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save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05256" y="796705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38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216152" y="796705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redirect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blog:batafsil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05256" y="810230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216152" y="810230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render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blog/forma.html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05256" y="823756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216152" y="823756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 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form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form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05256" y="837281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216152" y="837281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05256" y="850807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216152" y="850807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05256" y="864332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216152" y="864332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ochir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05256" y="877857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216152" y="877857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get_object_or_404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05256" y="891383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45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216152" y="891383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method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58952" y="903079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TextBox 105"/>
          <p:cNvSpPr txBox="1"/>
          <p:nvPr/>
        </p:nvSpPr>
        <p:spPr>
          <a:xfrm>
            <a:off x="905256" y="904908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216152" y="904908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delete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05256" y="918434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47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216152" y="918434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messages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success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O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chirildi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05256" y="931959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48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216152" y="931959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redirect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blog:royxat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05256" y="945484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49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216152" y="945484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render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blog/tasdiq.html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05256" y="959010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216152" y="959010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 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Rectangle 116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TextBox 117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12-satr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QuerySet'ga qo'shimcha filter — dangasa, bitta SQL bo'lib bajariladi.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Rectangle 120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24-satr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request.POST or None — GET'da bo'sh forma, POST'da to'ldirilgan. Qisqa naqsh.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Rectangle 124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TextBox 125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36-satr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instance=post — mavjud obyektni tahrirlash. Busiz yangisi yaratiladi.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Rectangle 128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TextBox 129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46-satr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O'chirish faqat POST bilan — GET o'zgartirmasligi kerak (50-dars).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60/96 — Blog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instance=post berilmasa tahrirlash nima qiladi?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568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568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FFFFFF"/>
                </a:solidFill>
                <a:latin typeface="DejaVu Sans Mono"/>
              </a:rPr>
              <a:t>form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PostForm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   </a:t>
            </a:r>
            <a:r>
              <a:rPr sz="1424" b="0" i="0">
                <a:solidFill>
                  <a:srgbClr val="6A6A76"/>
                </a:solidFill>
                <a:latin typeface="DejaVu Sans Mono"/>
              </a:rPr>
              <a:t># instance yo'q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85263"/>
            <a:ext cx="219456" cy="2568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85263"/>
            <a:ext cx="5525847" cy="2568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FFFFFF"/>
                </a:solidFill>
                <a:latin typeface="DejaVu Sans Mono"/>
              </a:rPr>
              <a:t>form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save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Mavjudini yangilaydi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YANGI post yaratadi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Xato beradi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Hech nima qilmaydi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60/96 — Blog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6A6A76"/>
                </a:solidFill>
                <a:latin typeface="DejaVu Sans Mono"/>
              </a:rPr>
              <a:t># /blog/999/ so'raldi (bunday post yo'q)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45836"/>
            <a:ext cx="219456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45836"/>
            <a:ext cx="4876641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763256"/>
            <a:ext cx="219456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763256"/>
            <a:ext cx="4876641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6A6A76"/>
                </a:solidFill>
                <a:latin typeface="DejaVu Sans Mono"/>
              </a:rPr>
              <a:t># get() bilan: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980676"/>
            <a:ext cx="219456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980676"/>
            <a:ext cx="4876641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6A6A76"/>
                </a:solidFill>
                <a:latin typeface="DejaVu Sans Mono"/>
              </a:rPr>
              <a:t># → Post.DoesNotExist → 500 Internal Server Error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198096"/>
            <a:ext cx="219456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198096"/>
            <a:ext cx="4876641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415516"/>
            <a:ext cx="219456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415516"/>
            <a:ext cx="4876641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6A6A76"/>
                </a:solidFill>
                <a:latin typeface="DejaVu Sans Mono"/>
              </a:rPr>
              <a:t># get_object_or_404 bilan: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[01/Aug/2026 11:20:14] "GET /blog/999/ HTTP/1.1" 404 179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get_object_or_404 to'g'ri status kod qaytardi: 404 (topilmadi) — client noto'g'ri manzil so'radi. get() ishlatilsa 500 chiqardi — go'yo server buzilgandek.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60/96 — Blog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CRUD to'liq bo'lsin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8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742249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2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tahrir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52426"/>
            <a:ext cx="219456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8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52426"/>
            <a:ext cx="5742249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________________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776436"/>
            <a:ext cx="219456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8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776436"/>
            <a:ext cx="5742249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form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PostForm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or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E5C87A"/>
                </a:solidFill>
                <a:latin typeface="DejaVu Sans Mono"/>
              </a:rPr>
              <a:t>None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________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000446"/>
            <a:ext cx="219456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8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000446"/>
            <a:ext cx="5742249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224456"/>
            <a:ext cx="219456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8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224456"/>
            <a:ext cx="5742249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42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method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42" b="0" i="0">
                <a:solidFill>
                  <a:srgbClr val="6EC27A"/>
                </a:solidFill>
                <a:latin typeface="DejaVu Sans Mono"/>
              </a:rPr>
              <a:t>POST</a:t>
            </a:r>
            <a:r>
              <a:rPr sz="124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and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form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__________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448466"/>
            <a:ext cx="219456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8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448466"/>
            <a:ext cx="5742249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2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form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____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672476"/>
            <a:ext cx="219456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8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672476"/>
            <a:ext cx="5742249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2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42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________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4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42" b="0" i="0">
                <a:solidFill>
                  <a:srgbClr val="6EC27A"/>
                </a:solidFill>
                <a:latin typeface="DejaVu Sans Mono"/>
              </a:rPr>
              <a:t>blog:batafsil</a:t>
            </a:r>
            <a:r>
              <a:rPr sz="124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896486"/>
            <a:ext cx="219456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8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896486"/>
            <a:ext cx="5742249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120496"/>
            <a:ext cx="219456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8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5120496"/>
            <a:ext cx="5742249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42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render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42" b="0" i="0">
                <a:solidFill>
                  <a:srgbClr val="6EC27A"/>
                </a:solidFill>
                <a:latin typeface="DejaVu Sans Mono"/>
              </a:rPr>
              <a:t>forma.html</a:t>
            </a:r>
            <a:r>
              <a:rPr sz="124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124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42" b="0" i="0">
                <a:solidFill>
                  <a:srgbClr val="6EC27A"/>
                </a:solidFill>
                <a:latin typeface="DejaVu Sans Mono"/>
              </a:rPr>
              <a:t>form</a:t>
            </a:r>
            <a:r>
              <a:rPr sz="124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form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}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Topilmasa 404 qaytaradigan yordamchi.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Mavjud obyektni tahrirlash uchun parametr — 8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Tekshiruv metodi.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Saqlangandan keyin boshqa sahifaga o'tkazadi.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60/96 — Blog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1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royxat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41487"/>
            <a:ext cx="219456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41487"/>
            <a:ext cx="4876641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1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81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render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blog/royxat.html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754558"/>
            <a:ext cx="219456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754558"/>
            <a:ext cx="4876641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1" b="0" i="0">
                <a:solidFill>
                  <a:srgbClr val="FFFFFF"/>
                </a:solidFill>
                <a:latin typeface="DejaVu Sans Mono"/>
              </a:rPr>
              <a:t>                  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postlar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all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}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Faqat chop etilganlarni ko'rsating.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Qidiruv (q parametri) qo'shing.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Sahifalash (Paginator) qo'shing.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60/96 — Blog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Blog uchun ro'yxat va batafsil sahifalarni yozing.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Qo'shish va tahrirlash formalarini ulang.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O'chirish (tasdiq sahifasi bilan) qo'shib, blogni to'liq yakunlang.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60/96 — Blog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Post.objects.get(pk=pk)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get_object_or_404(Post, pk=pk)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get() topmasa 500 beradi. To'g'risi — 404.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PostForm(request.POST)  # tahrirlashda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PostForm(request.POST, instance=post)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instance'siz yangi obyekt yaratiladi, eskisi qoladi.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path("&lt;int:pk&gt;/ochir/")  # GET bilan o'chirish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faqat POST bilan o'chirish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GET o'zgartirmasligi kerak — qidiruv boti hamma postni o'chirib yuborishi mumkin.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60/96 — Blog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CRUD nima?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get_object_or_404 nima uchun kerak?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instance=post nima qiladi?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CSRF token nimadan himoya qiladi?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59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{% extends %} nimaga kerak?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58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60/96 — Blog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CRUD ilova: ro'yxat, batafsil, qo'shish, tahrirlash, o'chirish — 5 view, 5 URL.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get_object_or_404 — mavjud bo'lmagan obyekt uchun to'g'ri javob (404, 500 emas).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Tahrirlashda instance=obyekt SHART. O'chirish faqat POST bilan.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60/96 — Blog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Blogni yakunlab ishga tayyorlash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5-oydagi Django mavzularini konspektdan ko'zdan kechiring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Model, view, template va formani qaytadan bog'lab ko'ring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Blogni GitHub'ga yuklab, README ni to'liq yozing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DRF kirish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Blog HTML qaytaradi. Lekin mobil ilova HTML emas, JSON kutadi. Buni qanday qilamiz? Keyingi oy — REST API.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60: Blog loyiha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MINI-LOYIHA</cp:category>
</cp:coreProperties>
</file>