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Virtual muhit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Toza kod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1226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351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Virtual muhit — har loyihaga o'z izolyatsiya qilingan Python'i. Professional ishning majburiy qadami.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venv yaratib, uni faollashtira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Virtual muhit nima uchun kerakligini tushuntira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requirements.txt bilan bog'liqliklarni boshqara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 strukturasini to'g'ri tashkil qila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«Decorator &amp; Closure»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Closure tushunchasi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(Funksiya ishlash vaqtini o'lchovchi decorator…)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Virtual environment — izolyatsiya qilingan Python muhiti.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activate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Muhitni yoqish. Terminal prompt'ida (venv) chiqadi.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deactivate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Muhitdan chiqish.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Global muhit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Tizimdagi umumiy Python. Unga o'rnatmang!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.gitignore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Git'ga yuklanmaydigan fayllar ro'yxati.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Dependency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 ishlashi uchun kerakli tashqi paket.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loyiha o'z paketlariga ega bo'lishi kerak — aks holda ular to'qnashadi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 loyihasi Django 3.2, B loyihasi Django 5.0 talab qilishi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Global o'rnatilsa — bittasi ishlamay qoladi.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venv har loyihaga alohida «shkaf» yaratadi.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Loyiha papkasi ichida .venv nomi bilan yaratiladi.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Yaratish (loyiha papkasida)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Faollashtirish — Linux / macOS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Faollashtirish — 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.venv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\S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cripts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\a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ctivate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Chiqish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deactivate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Faollashgach terminal boshida (.venv) yozuvi paydo bo'ladi — bu asosiy belgi.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requirements.txt loyihani boshqa kompyuterda qayta tiklaydi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freeze &gt; requirements.txt — hozirgi holatni yozadi.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install -r requirements.txt — hammasini tiklaydi.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faylni Git'ga albatta qo'shing.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.venv papkasini esa Git'ga QO'SHMANG — u juda katta.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Muhit faol bo'lganda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freeze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Boshqa kompyuterda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Professional loyiha strukturasi har doim bir xil ko'rinadi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.venv/ — virtual muhit (Git'ga kirmaydi).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requirements.txt — bog'liqliklar.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.gitignore — nima yuklanmasligi.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README.md — loyiha haqida va ishga tushirish yo'riqnomasi.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struktura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loyiham/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├── .venv/              ← Git'ga kirmaydi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├── .gitignore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├── README.md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├── requirements.txt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├── main.py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└── app/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├── __init__.py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└── models.py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# .gitignore ichida: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.venv/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__pycache__/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*.pyc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.env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loyiha uchun muhitni noldan sozlaymiz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1) Papka yaratamiz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0530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mening_loyiham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4795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mening_loyiham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9059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3324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2) Virtual muhit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57602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7589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3800248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81853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6118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0382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3) Tekshiramiz — (.venv) chiqishi kerak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28186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24647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which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python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38912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3176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4) Paketlarni o'rnatamiz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67441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1705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5970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5) Yozib qo'yamiz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084062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0235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freeze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4499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8764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6) .gitignore yaratamiz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028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".venv/"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.gitignore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7293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"__pycache__/"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&gt;&gt;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.gitignore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-m venv — Python'ning o'z moduli. Qo'shimcha o'rnatish kerak emas.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Faollashtirish — har terminal ochilganda qayta bajariladi.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which python → .venv ichidagi yo'lni ko'rsatishi kerak.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freeze — o'rnatilgan paketlarni aniq versiyalari bilan yozadi.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Virtual muhit faollashtirilmasdan pip install qilinsa paket qayerga o'rnatiladi?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.venv faollashtirilmagan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django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Loyiha papkasiga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Global (tizim) Python'ga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.venv ichiga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qayerga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which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/home/user/loyiha/.venv/bin/python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Package    Version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---------- 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        24.0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Muhit faollashgach python .venv ichidagiga ishora qildi. pip list deyarli bo'sh — bu yangi, toza muhit. Global paketlar bu yerda ko'rinmaydi.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muhitni sozlang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6A6A76"/>
                </a:solidFill>
                <a:latin typeface="DejaVu Sans Mono"/>
              </a:rPr>
              <a:t># Yaratish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9520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9520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6383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6383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3246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3246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6A6A76"/>
                </a:solidFill>
                <a:latin typeface="DejaVu Sans Mono"/>
              </a:rPr>
              <a:t># Faollashtirish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0109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90109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.venv/bin/________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6972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6972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03835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03835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6A6A76"/>
                </a:solidFill>
                <a:latin typeface="DejaVu Sans Mono"/>
              </a:rPr>
              <a:t># Paketlarni yozib qo'yish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60698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60698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7561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7561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4424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4424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6A6A76"/>
                </a:solidFill>
                <a:latin typeface="DejaVu Sans Mono"/>
              </a:rPr>
              <a:t># Boshqa joyda tiklash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53128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531287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virtual muhit moduli nomi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skriptni joriy terminalda ishga tushiradi.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faollashtirish skriptining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joy: fayldan o'qish bayrog'i.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requests paketini o'rnating va pip list bilan tekshiring.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requirements.txt yarating va ichini ko'ring.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deactivate qiling va pip list ni yana ishga tushiring — farqni ko'ring.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Yangi papka yarating va unda venv sozlang.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2 ta paket o'rnatib, requirements.txt yarating.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Muhitni o'chirib, requirements.txt dan qayta tiklang.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pip install django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muhitsiz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source .venv/bin/activate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pip install django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Muhit faollashtirilmasa paket global o'rnatiladi va loyihalar to'qnashadi.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.venv/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echo '.venv/' &gt;&gt; .gitignore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.venv juda katta va boshqa kompyuterda ishlamaydi. requirements.txt yetarli.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venv .venv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python3 -m venv .venv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venv — modul, mustaqil buyruq emas. python3 -m orqali chaqiriladi.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venv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Muhit faolligini qanday bilamiz?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.venv Git'ga qo'shiladimi?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Decorator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Generator xotirani qanday tejaydi?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python3 -m venv .venv → source .venv/bin/activate. Har loyihaga alohida.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requirements.txt Git'ga kiradi, .venv papkasi esa kirmaydi.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Muhit faol bo'lmasa paket global o'rnatiladi — loyihalar to'qnashadi.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34/96 — Virtual muhit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Yangi loyiha uchun venv sozlash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33: Decorator &amp; Closure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31: Comprehensions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22: Fayllar bilan ishlash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PEP8 &amp; Type hints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Kodni boshqa dasturchi ham o'qiydi. Barcha bir xil uslubda yozishi uchun qandaydir standart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34: Virtual muhit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Toza kod</cp:category>
</cp:coreProperties>
</file>