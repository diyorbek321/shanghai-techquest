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Set (to'plam)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chuqurroq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405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75304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5-hafta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Set — takrorlanmas elementlar to'plami. Dublikatlarni bir satrda yo'q qiladi.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15/96 — Set (to'plam)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Set yaratib, uning takrorlanmaslik xususiyatini ko'rsata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add va remove bilan to'plamni o'zgartira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union, intersection, difference amallarini qo'llay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Ro'yxatdan dublikatlarni bir satrda olib tashlay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15/96 — Set (to'plam)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«Dictionary 2»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Dict metodlari (keys, values, items, get)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(Mahsulotlar narxi lug'ati va umumiy summani hisoblash…)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15/96 — Set (to'plam)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Takrorlanmas, tartibsiz to'plam: {1, 2, 3}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set()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Bo'sh set. { } — bu bo'sh DICT, set emas!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.add(x)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Element qo'shadi. Bor bo'lsa — hech nima qilmaydi.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union  |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Birlashma: ikkalasidagi barcha elementlar.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intersection &amp;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Kesishma: faqat ikkalasida ham borlari.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difference 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Ayirma: birinchisida bor, ikkinchisida yo'q.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15/96 — Set (to'plam)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Set takrorlanishga yo'l qo'ymaydi — bu uning asosiy vazifasi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xil elementni ikki marta qo'shsangiz — bittasi qoladi.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Tartib saqlanmaydi — indeks bilan murojaat qilib bo'lmaydi.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list(set(royxat)) — dublikatlarni olib tashlashning eng qisqa yo'li.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Bo'sh set uchun set() yozing — { } dict beradi!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set.py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82250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82250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817796"/>
            <a:ext cx="5367363" cy="25383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836084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836084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toplam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7AB8E0"/>
                </a:solidFill>
                <a:latin typeface="DejaVu Sans Mono"/>
              </a:rPr>
              <a:t>set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4089918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4089918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toplam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             </a:t>
            </a:r>
            <a:r>
              <a:rPr sz="1407" b="0" i="0">
                <a:solidFill>
                  <a:srgbClr val="6A6A76"/>
                </a:solidFill>
                <a:latin typeface="DejaVu Sans Mono"/>
              </a:rPr>
              <a:t># {1, 2, 3, 4}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343752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343752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toplam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        </a:t>
            </a:r>
            <a:r>
              <a:rPr sz="1407" b="0" i="0">
                <a:solidFill>
                  <a:srgbClr val="6A6A76"/>
                </a:solidFill>
                <a:latin typeface="DejaVu Sans Mono"/>
              </a:rPr>
              <a:t>#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597586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597586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833132"/>
            <a:ext cx="5367363" cy="25383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851420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851420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tozalangan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toplam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105254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105254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tozalangan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Bir satrda dublikatlar yo'qoldi. Sikl bilan yozsangiz 5–6 satr ketardi.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15/96 — Set (to'plam)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To'plam amallari — ikki ro'yxatni solishtirishning eng tez yo'li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 | b (union) — ikkalasidagi hamma element.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 &amp; b (intersection) — faqat ikkalasida ham borlari.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 - b (difference) — a da bor, b da yo'q.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Metod ko'rinishi ham bor: a.union(b), a.intersection(b)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amallar.py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guruh1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Vali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9892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guruh2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Bek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86943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379" y="4121655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1683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413994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guruh1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guruh2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hammasi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379" y="4392164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11683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41045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guruh1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&amp;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guruh2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{Ali, Guli}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4662673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68096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guruh1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guruh2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{Vali}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95147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guruh2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guruh1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{Bek}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15/96 — Set (to'plam)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Ikki guruhdagi umumiy va farqli talabalarni topamiz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guruhlar.py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3036302"/>
            <a:ext cx="6345753" cy="26690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05256" y="3054590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3054590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matem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Vali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321496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321496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ingliz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Bek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588402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588402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" y="3837020"/>
            <a:ext cx="6345753" cy="26690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5256" y="3855308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855308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7AB8E0"/>
                </a:solidFill>
                <a:latin typeface="DejaVu Sans Mono"/>
              </a:rPr>
              <a:t>set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matem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122214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122214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7AB8E0"/>
                </a:solidFill>
                <a:latin typeface="DejaVu Sans Mono"/>
              </a:rPr>
              <a:t>set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ingliz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389120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389120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656026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656026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Matematika: 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48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 ta (dublikatsiz)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" y="4904644"/>
            <a:ext cx="6345753" cy="26690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5256" y="4922932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922932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Ikkalasiga: 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&amp;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5189838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5189838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Faqat matem: 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" y="5438456"/>
            <a:ext cx="6345753" cy="26690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5256" y="5456744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456744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Jami noyob: 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48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 ta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1-satr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«Ali» ikki marta yozilgan — ro'yxatda dublikat bor.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4-satr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set() ga o'tkazish dublikatni avtomatik yo'q qiladi.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&amp; — ikkala kursga ham yozilganlar.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10-satr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| — umuman qancha noyob talaba borligi.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15/96 — Set (to'plam)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kod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15/96 — Set (to'plam)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{1, 2, 3, 4}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Yaratishdayoq takroriy 2 tashlab yuborildi → {1,2,3}. add(2) — 2 allaqachon bor, hech nima o'zgarmadi. add(4) — yangi element qo'shildi.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15/96 — Set (to'plam)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umumiy elementlarni topsin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29336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387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6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7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3438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0489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umumiy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7540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Umumiy: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umumiy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4591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1642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faqat_a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18693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Faqat a da: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faqat_a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Ro'yxatni to'plamga aylantiradigan funksiya.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Kesishma uchun qaysi belgi? Bitta belgi.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Ayirma uchun qaysi belgi? Matematikadagidek.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15/96 — Set (to'plam)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&amp;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Birlashmasini (union) chiqaring.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a da bor, b da yo'q elementlarni toping.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Ikkalasida ham bo'lmagan elementlarni toping (symmetric difference — ^ belgisini sinang).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15/96 — Set (to'plam)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Takrorlanuvchi sonli ro'yxatdan noyob sonlarni chiqaring.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Ikki ro'yxatdagi umumiy elementlarni toping.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Gapdagi noyob harflar sonini toping (bo'sh joysiz, katta-kichik farqisiz).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15/96 — Set (to'plam)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 = {}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s.add(1)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 = set()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s.add(1)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{ } — bo'sh dict yaratadi, set emas. Bo'sh set uchun set().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 = {1, 2, 3}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print(s[0])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 = {1, 2, 3}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print(list(s)[0])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Set tartibsiz — indeks bilan murojaat qilib bo'lmaydi.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 = {[1, 2], 3}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 = {(1, 2), 3}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Set elementi o'zgarmas bo'lishi kerak. List bo'lmaydi, tuple bo'ladi.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15/96 — Set (to'plam)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Set list'dan nimasi bilan farq qiladi?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list(set(a))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 &amp; b nimani beradi?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d.items() nima qaytaradi?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Dict kaliti nima uchun takrorlanmaydi?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15/96 — Set (to'plam)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Set — takrorlanmas, tartibsiz to'plam. Bo'sh set: set(), { } emas.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list(set(royxat)) — dublikatlarni olib tashlashning eng qisqa yo'li.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| birlashma, &amp; kesishma, − ayirma. Ikki ro'yxatni solishtirish uchun ideal.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15/96 — Set (to'plam)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Ikki ro'yxatdagi umumiy elementlarni topish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14: Dictionary 2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12: Tuple + Loyiha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3: Ma'lumot turlari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Funksiyalar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Bir xil kodni 5 joyda takrorlab yozdingiz. Uni bir marta yozib, kerak joyda chaqirsa bo'lmaydimi?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15: Set (to'plam)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chuqurroq</cp:category>
</cp:coreProperties>
</file>