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GitHub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Git &amp; GitHub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4-oy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13-hafta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GitHub — kodingizning uydan tashqaridagi uyi va sizning professional vitrinangiz.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GitHub'da repozitoriy yaratib, kodni push qila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clone, push, pull buyruqlarini ishlata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Pull Request nima ekanini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Yaxshi README.md yoza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«Branch va merge»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Branch yaratish, o'tish, merge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(Yangi branch'da funksiya yozib, merge qilish…)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Git repozitoriylarini saqlaydigan onlayn xizmat.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Remote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Masofaviy repozitoriy. Odatda «origin» deb ataladi.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Local commitlarni GitHub'ga yuborish.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GitHub'dagi o'zgarishlarni olib kelish.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clone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Repozitoriyning to'liq nusxasini yuklab olish.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Pull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«Kodimni ko'rib chiqing va qabul qiling» so'rovi.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Local repozitoriyni GitHub'dagi bilan bog'laymiz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GitHub'da bo'sh repo yaratasiz (README'siz).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git remote add origin &lt;url&gt; — bog'lash.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git push -u origin main — birinchi yuborish.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Keyingi safar shunchaki git push yetarli.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GitHub'da repo yaratilgandan keyin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0040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0040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remote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origin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3814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3814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https://github.com/ismingiz/loyiham.git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758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7588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1363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1363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branch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5137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5137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push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-u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origin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2686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Keyingi safar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6460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6460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push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023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0235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34009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34009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7784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7784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remote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-v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clone, pull va push — jamoada ishlashning uch asosiy amali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clone — repozitoriyni birinchi marta yuklab olish.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pull — boshqalarning o'zgarishlarini olib kelish.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push — o'z o'zgarishlaringizni yuborish.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ish boshida pull qiling — konfliktlar kamayadi.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2627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2627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6A6A76"/>
                </a:solidFill>
                <a:latin typeface="DejaVu Sans Mono"/>
              </a:rPr>
              <a:t># Boshqa loyihani olish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7406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7406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clone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https://github.com/user/repo.git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2185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2185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6964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6964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1743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1743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6A6A76"/>
                </a:solidFill>
                <a:latin typeface="DejaVu Sans Mono"/>
              </a:rPr>
              <a:t># Har kuni ish boshida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6522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6522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pull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1301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1301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6080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6080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6A6A76"/>
                </a:solidFill>
                <a:latin typeface="DejaVu Sans Mono"/>
              </a:rPr>
              <a:t># Ish tugagach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0859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0859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5638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5638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6EC27A"/>
                </a:solidFill>
                <a:latin typeface="DejaVu Sans Mono"/>
              </a:rPr>
              <a:t>"feat: yangi funksiya"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504175"/>
            <a:ext cx="219456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504175"/>
            <a:ext cx="4763859" cy="247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74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74" b="0" i="0">
                <a:solidFill>
                  <a:srgbClr val="FFFFFF"/>
                </a:solidFill>
                <a:latin typeface="DejaVu Sans Mono"/>
              </a:rPr>
              <a:t>push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push xato bersa — avval pull qiling. Kimdir sizdan oldin push qilgan bo'lishi mumkin.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README.md — loyihangizning yuzi. Ish beruvchi birinchi shuni o'qiydi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Loyiha nimani qiladi — 2 gapda.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Qanday ishga tushirish — aniq buyruqlar.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Ishlatilgan texnologiyalar.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Skrinshot yoki demo havolasi bo'lsa — juda yaxshi.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 Kutubxona boshqaruv tizimi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Kitoblarni qo'shish, qidirish va band qilish uchun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CLI ilova. Ma'lumot JSON faylda saqlanadi.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## Ishga tushirish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```bash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python3 -m venv .venv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source .venv/bin/activate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pip install -r requirements.txt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python main.py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```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## Texnologiyalar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- Python 3.12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- dataclasses, 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Loyihani GitHub'ga to'liq yuklaymiz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README yozamiz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echo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"# Mening loyiham"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README.md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README.md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"docs: README qo'shildi"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GitHub'da repo yaratamiz (brauzerda)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 github.com → New repository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Bog'laymiz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remote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origin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https://github.com/ismingiz/loyiham.git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branch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5) Yuboramiz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-u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origin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6) Keyingi o'zgarishlar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"feat: yangi funksiya"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push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origin — masofaviy repozitoriyning an'anaviy nomi.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-M main — branch nomini main ga o'zgartiradi (eski Git'larda master edi).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-u — bog'lanishni eslab qoladi. Keyin shunchaki git push yetarli.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Odatiy kunlik tsikl: add → commit → push.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Kimdir sizdan oldin push qilgan bo'lsa, sizning push'ingiz nima qiladi?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Muvaffaqiyatli o'tadi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Rad etiladi — avval pull kerak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Ularning kodini o'chiradi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Konflikt yaratadi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push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! [rejected]  main -&gt; main (fetch first)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error: failed to push some refs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hint: Updates were rejected because the remote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hint: contains work that you do not have locally.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GitHub'da sizda yo'q commitlar bor. Git ularni o'chirib yuborishga yo'l qo'ymaydi. Yechim: git pull qiling, keyin git push.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GitHub'ga yuklang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origin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https://github.com/me/repo.git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03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03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365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365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-u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origin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main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      </a:t>
            </a:r>
            <a:r>
              <a:rPr sz="1178" b="0" i="0">
                <a:solidFill>
                  <a:srgbClr val="6A6A76"/>
                </a:solidFill>
                <a:latin typeface="DejaVu Sans Mono"/>
              </a:rPr>
              <a:t># birinchi yuborish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627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627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7889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7889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                     </a:t>
            </a:r>
            <a:r>
              <a:rPr sz="1178" b="0" i="0">
                <a:solidFill>
                  <a:srgbClr val="6A6A76"/>
                </a:solidFill>
                <a:latin typeface="DejaVu Sans Mono"/>
              </a:rPr>
              <a:t># o'zgarishlarni olish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9151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9151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04136"/>
            <a:ext cx="219456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04136"/>
            <a:ext cx="5742249" cy="212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78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https://github.com/user/boshqa.git</a:t>
            </a:r>
            <a:r>
              <a:rPr sz="1178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78" b="0" i="0">
                <a:solidFill>
                  <a:srgbClr val="6A6A76"/>
                </a:solidFill>
                <a:latin typeface="DejaVu Sans Mono"/>
              </a:rPr>
              <a:t># nusxa olish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masofaviy repozitoriyni bog'laydigan buyruq.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yuborish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olib kelish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to'liq nusxa olish — 5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echo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"# Loyiha"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README.md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README.md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README'ga «Ishga tushirish» bo'limini qo'shing.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Texnologiyalar ro'yxatini yozing.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Commit qilib, GitHub'ga push qiling.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GitHub akkaunt yarating va bo'sh repozitoriy oching.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Loyihangizni push qilib, brauzerda ko'ring.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To'liq README.md yozing: tavsif, ishga tushirish, texnologiyalar, skrinshot.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push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remote qo'shilmagan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remote add origin &lt;url&gt;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push -u origin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Avval remote bog'lanishi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.env fayl ham kirdi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echo ".env" &gt;&gt; .gitignore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rm --cached .env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Maxfiy kalitlar GitHub'ga tushmasin! Tushib qolsa — kalitni ALMASHTIRING.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push --force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pull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--force boshqalarning ishini o'chiradi. Jamoada deyarli hech qachon ishlatilmaydi.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push va pull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clone qachon ishlatiladi?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README.md da nima bo'lishi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Branch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Staging area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git remote add origin &lt;url&gt; → git push -u origin main. Keyin shunchaki git push.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Ish boshida pull, oxirida push. push rad etilsa — avval pull.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README.md — loyihangizning yuzi. Ishga tushirish buyruqlari aniq bo'lsin.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Git &amp; GitHub · Dars 39/96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Loyihani GitHub'ga yuklash + README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38: Branch va merge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36: OOP loyiha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27: Amaliyot: modellashtirish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DB asoslari &amp; SELECT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Ming-minglab talaba ma'lumotini JSON faylda saqlaymizmi? Qidirish qancha vaqt oladi? Buning professional yechimi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39: GitHub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Git &amp; GitHub</cp:category>
</cp:coreProperties>
</file>