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87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Setup &amp; Modellar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149047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Yakuniy loyiha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78608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8-oy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19856" y="4846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29-hafta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Loyiha skeletini quramiz: struktura, sozlamalar, modellar va migratsiyalar.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87/96 — Setup &amp; Modellar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Professional loyiha strukturasini qura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Sozlamalarni muhitlarga bo'la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Modellarni yozib, migratsiya qila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Boshlang'ich ma'lumot (seed) yarata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87/96 — Setup &amp; Modellar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«DB dizayn»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ER diagram, ma'lumotlar bazasi sxemasi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(Loyiha uchun ER diagram chizish…)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87/96 — Setup &amp; Modellar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Project skeleton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Loyihaning boshlang'ich tuzilishi.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Settings split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base / dev / prod sozlamalari.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Seed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Boshlang'ich test ma'lumoti.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Management command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O'z manage.py buyrug'ingiz.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factory_boy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Test ma'lumoti generatori.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Fixture (Django)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JSON'dagi boshlang'ich ma'lumot.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87/96 — Setup &amp; Modellar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Professional loyiha strukturasi kelajakdagi o'zgarishlarga tayyor bo'ladi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config/ — sozlamalar. apps/ — ilovalar.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Sozlamalar muhitlarga bo'linadi.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Har app o'z papkasida: models, serializers, views, tests.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docs/ — ER diagram, talablar, API hujjati.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struktura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kutubxona-api/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09791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├── config/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23316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│   ├── settings/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36841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│   │   ├── __init__.py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50367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│   │   ├── base.py       ← umumiy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363892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│   │   ├── dev.py        ← ishlab chiqish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377418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│   │   └── prod.py       ← ishlab chiqarish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390943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│   ├── urls.py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04468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│   └── celery.py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17994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├── apps/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431519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│   ├── hisob/            ← auth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445045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│   └── kutubxona/        ← asosiy mantiq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458570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│       ├── models.py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1683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472095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│       ├── serializers.py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1683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2579" y="485621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│       ├── views.py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1683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22579" y="499146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│       ├── permissions.py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1683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22579" y="512672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│       └── tests/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1683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22579" y="526197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├── docs/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1683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22579" y="539722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├── .env.example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1683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22579" y="553248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├── docker-compose.yml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1683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22579" y="566773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├── Dockerfile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11683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22579" y="580299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└── requirements.txt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87/96 — Setup &amp; Modellar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Sozlamalarni bo'lish — dev va prod bir xil bo'lmasligi kerak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base.py — umumiy sozlamalar.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dev.py — DEBUG=True, console email, django-debug-toolbar.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prod.py — DEBUG=False, xavfsizlik, real email.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DJANGO_SETTINGS_MODULE bilan tanlanadi.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settings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config/settings/base.py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09791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INSTALLED_APPS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23316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SECRET_KEY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env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SECRET_KEY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36841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50367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363892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config/settings/dev.py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65379" y="3755892"/>
            <a:ext cx="536736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211683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377418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base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         </a:t>
            </a:r>
            <a:r>
              <a:rPr sz="750" b="0" i="0">
                <a:solidFill>
                  <a:srgbClr val="6A6A76"/>
                </a:solidFill>
                <a:latin typeface="DejaVu Sans Mono"/>
              </a:rPr>
              <a:t># noqa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1683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390943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1683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404468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DEBUG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1683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579" y="417994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ALLOWED_HOSTS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*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1683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2579" y="431519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EMAIL_BACKEND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1683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22579" y="445045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django.core.mail.backends.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1683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22579" y="458570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console.EmailBackend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1683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22579" y="472095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1683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22579" y="485621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1683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22579" y="499146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config/settings/prod.py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065379" y="5108432"/>
            <a:ext cx="536736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211683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22579" y="512672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base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         </a:t>
            </a:r>
            <a:r>
              <a:rPr sz="750" b="0" i="0">
                <a:solidFill>
                  <a:srgbClr val="6A6A76"/>
                </a:solidFill>
                <a:latin typeface="DejaVu Sans Mono"/>
              </a:rPr>
              <a:t># noqa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1683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22579" y="526197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1683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22579" y="539722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DEBUG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False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1683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22579" y="553248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ALLOWED_HOSTS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env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list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ALLOWED_HOSTS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11683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22579" y="566773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SECURE_SSL_REDIRECT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11683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22579" y="580299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SESSION_COOKIE_SECURE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11683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22579" y="593824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CSRF_COOKIE_SECURE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87/96 — Setup &amp; Modellar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Seed ma'lumot — loyihani sinash uchun boshlang'ich kontent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Bo'sh baza bilan API'ni sinash qiyin.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Management command bilan test ma'lumoti yaratiladi.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Har ishga tushirishda qayta yaratilishi mumkin bo'lsin.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Prod'da ISHLATILMAYDI — faqat dev uchun.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seed.py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apps/kutubxona/management/commands/seed.py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09791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django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core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management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base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BaseCommand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23316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apps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kutubxona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Muallif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Kitob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36841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50367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65379" y="3620638"/>
            <a:ext cx="536736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211683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363892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Command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BaseCommand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1683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377418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help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Test ma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lumotini yaratadi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1683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390943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65379" y="4026400"/>
            <a:ext cx="536736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11683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04468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handle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args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*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options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417994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all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delete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431519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Muallif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all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delete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445045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1683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458570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Muallif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create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1683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2579" y="472095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ism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Abdulla Qodiriy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1683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22579" y="485621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1683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22579" y="499146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Kitob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create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1683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22579" y="512672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nom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O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tkan kunlar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muallif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1683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22579" y="526197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isbn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9789943010101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nusxalar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3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1683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22579" y="5397228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11683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522579" y="5532482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stdout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write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211683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22579" y="5667736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style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SUCCESS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Seed tayyor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11683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22579" y="5802990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11683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22579" y="5938244"/>
            <a:ext cx="476385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python manage.py seed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87/96 — Setup &amp; Modellar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Loyiha skeletini boshdan oxir quramiz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terminal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1) Muhit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09791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mkdir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kutubxona-api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&amp;&amp;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cd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kutubxona-api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23316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python3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-m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venv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.venv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&amp;&amp;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source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.venv/bin/activate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36841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pip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install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django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djangorestframework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\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50367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djangorestframework-simplejwt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django-environ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\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63892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psycopg2-binary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django-filter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377418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390943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2) Loyiha va app'lar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04468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django-admin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startproject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config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417994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mkdir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-p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apps/kutubxona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apps/hisob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8952" y="4296908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05256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16152" y="431519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python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manage.py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startapp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kutubxona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apps/kutubxona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6152" y="445045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python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manage.py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startapp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hisob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apps/hisob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16152" y="458570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16152" y="472095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3) Sozlamalarni bo'lamiz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16152" y="485621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mkdir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config/settings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58952" y="4973178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905256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16152" y="499146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mv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config/settings.py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config/settings/base.py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5256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16152" y="512672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touch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config/settings/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__init__,dev,prod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.py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5256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16152" y="526197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5256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16152" y="539722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4) .env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5256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16152" y="553248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cp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.env.example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.env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5256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16152" y="566773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5256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16152" y="580299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5) Modellar yozildi → migratsiya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58952" y="5919956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905256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16152" y="593824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AB8E0"/>
                </a:solidFill>
                <a:latin typeface="DejaVu Sans Mono"/>
              </a:rPr>
              <a:t>export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DJANGO_SETTINGS_MODULE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config.settings.dev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5256" y="607349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16152" y="607349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python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manage.py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makemigrations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5256" y="620875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16152" y="620875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python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manage.py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migrate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5256" y="634400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16152" y="634400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5256" y="647926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16152" y="647926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6) Seed va superuser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58952" y="6596226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905256" y="661451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28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216152" y="661451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python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manage.py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seed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05256" y="674976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29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16152" y="674976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python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manage.py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createsuperuser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05256" y="688502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216152" y="688502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05256" y="702027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216152" y="702027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7) Git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05256" y="715553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216152" y="715553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add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&amp;&amp;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commit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-m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'feat: loyiha skeleti'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05256" y="729078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216152" y="729078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git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push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TextBox 83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11-satr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startapp'ga papka berish — app'larni apps/ ichida guruhlash uchun.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Rectangle 86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TextBox 87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16-satr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settings.py → settings/base.py. BASE_DIR ni bir daraja oshirish kerak bo'ladi.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Rectangle 90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23-satr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DJANGO_SETTINGS_MODULE — qaysi sozlama fayli ishlatilishi.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Rectangle 94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TextBox 95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28-satr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seed — bo'sh baza bilan API'ni sinash qiyin.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87/96 — Setup &amp; Modellar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settings.py ni settings/base.py ga ko'chirsangiz BASE_DIR ga nima bo'ladi?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463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463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66" b="0" i="0">
                <a:solidFill>
                  <a:srgbClr val="FFFFFF"/>
                </a:solidFill>
                <a:latin typeface="DejaVu Sans Mono"/>
              </a:rPr>
              <a:t>BASE_DIR</a:t>
            </a:r>
            <a:r>
              <a:rPr sz="136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66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366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366" b="0" i="0">
                <a:solidFill>
                  <a:srgbClr val="FFFFFF"/>
                </a:solidFill>
                <a:latin typeface="DejaVu Sans Mono"/>
              </a:rPr>
              <a:t>Path</a:t>
            </a:r>
            <a:r>
              <a:rPr sz="136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66" b="0" i="0">
                <a:solidFill>
                  <a:srgbClr val="FFFFFF"/>
                </a:solidFill>
                <a:latin typeface="DejaVu Sans Mono"/>
              </a:rPr>
              <a:t>__file__</a:t>
            </a:r>
            <a:r>
              <a:rPr sz="1366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66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66" b="0" i="0">
                <a:solidFill>
                  <a:srgbClr val="FFFFFF"/>
                </a:solidFill>
                <a:latin typeface="DejaVu Sans Mono"/>
              </a:rPr>
              <a:t>resolve</a:t>
            </a:r>
            <a:r>
              <a:rPr sz="1366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366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366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66" b="0" i="0">
                <a:solidFill>
                  <a:srgbClr val="FFFFFF"/>
                </a:solidFill>
                <a:latin typeface="DejaVu Sans Mono"/>
              </a:rPr>
              <a:t>parent</a:t>
            </a:r>
            <a:r>
              <a:rPr sz="1366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366" b="0" i="0">
                <a:solidFill>
                  <a:srgbClr val="FFFFFF"/>
                </a:solidFill>
                <a:latin typeface="DejaVu Sans Mono"/>
              </a:rPr>
              <a:t>parent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O'zgarmaydi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Bir daraja YUQORI qilish kerak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Bir daraja pastga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Butunlay o'chiriladi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87/96 — Setup &amp; Modellar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7AB8E0"/>
                </a:solidFill>
                <a:latin typeface="DejaVu Sans Mono"/>
              </a:rPr>
              <a:t>export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DJANGO_SETTINGS_MODULE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config.settings.dev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45836"/>
            <a:ext cx="219456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45836"/>
            <a:ext cx="4876641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python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manage.py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check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763256"/>
            <a:ext cx="219456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763256"/>
            <a:ext cx="4876641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python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manage.py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seed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980676"/>
            <a:ext cx="219456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980676"/>
            <a:ext cx="4876641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python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manage.py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shell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-c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198096"/>
            <a:ext cx="219456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198096"/>
            <a:ext cx="4876641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6EC27A"/>
                </a:solidFill>
                <a:latin typeface="DejaVu Sans Mono"/>
              </a:rPr>
              <a:t>from apps.kutubxona.models import Kitob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415516"/>
            <a:ext cx="219456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415516"/>
            <a:ext cx="4876641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6EC27A"/>
                </a:solidFill>
                <a:latin typeface="DejaVu Sans Mono"/>
              </a:rPr>
              <a:t>print(Kitob.objects.count())"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System check identified no issues (0 silenced).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Seed tayyor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check — sozlamalarda xato yo'qligini tekshirdi. seed test kitobini yaratdi. Endi API'ni bo'sh baza bilan emas, real ma'lumot bilan sinash mumkin.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87/96 — Setup &amp; Modellar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sozlamalarni bo'ling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60"/>
            <a:ext cx="219456" cy="1765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3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60"/>
            <a:ext cx="5742249" cy="1765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9" b="0" i="0">
                <a:solidFill>
                  <a:srgbClr val="6A6A76"/>
                </a:solidFill>
                <a:latin typeface="DejaVu Sans Mono"/>
              </a:rPr>
              <a:t># config/settings/dev.py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139253"/>
            <a:ext cx="219456" cy="1765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3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139253"/>
            <a:ext cx="5742249" cy="1765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9" b="0" i="0">
                <a:solidFill>
                  <a:srgbClr val="FFFFFF"/>
                </a:solidFill>
                <a:latin typeface="DejaVu Sans Mono"/>
              </a:rPr>
              <a:t>____</a:t>
            </a:r>
            <a:r>
              <a:rPr sz="97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79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79" b="0" i="0">
                <a:solidFill>
                  <a:srgbClr val="FFFFFF"/>
                </a:solidFill>
                <a:latin typeface="DejaVu Sans Mono"/>
              </a:rPr>
              <a:t>base</a:t>
            </a:r>
            <a:r>
              <a:rPr sz="97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79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97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79" b="0" i="0">
                <a:solidFill>
                  <a:srgbClr val="9A9AA6"/>
                </a:solidFill>
                <a:latin typeface="DejaVu Sans Mono"/>
              </a:rPr>
              <a:t>*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315846"/>
            <a:ext cx="219456" cy="1765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3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315846"/>
            <a:ext cx="5742249" cy="1765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492439"/>
            <a:ext cx="219456" cy="1765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3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492439"/>
            <a:ext cx="5742249" cy="1765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9" b="0" i="0">
                <a:solidFill>
                  <a:srgbClr val="FFFFFF"/>
                </a:solidFill>
                <a:latin typeface="DejaVu Sans Mono"/>
              </a:rPr>
              <a:t>DEBUG</a:t>
            </a:r>
            <a:r>
              <a:rPr sz="97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79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7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79" b="0" i="0">
                <a:solidFill>
                  <a:srgbClr val="FFFFFF"/>
                </a:solidFill>
                <a:latin typeface="DejaVu Sans Mono"/>
              </a:rPr>
              <a:t>____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669032"/>
            <a:ext cx="219456" cy="1765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3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669032"/>
            <a:ext cx="5742249" cy="1765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9" b="0" i="0">
                <a:solidFill>
                  <a:srgbClr val="FFFFFF"/>
                </a:solidFill>
                <a:latin typeface="DejaVu Sans Mono"/>
              </a:rPr>
              <a:t>ALLOWED_HOSTS</a:t>
            </a:r>
            <a:r>
              <a:rPr sz="97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79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7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79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97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79" b="0" i="0">
                <a:solidFill>
                  <a:srgbClr val="6EC27A"/>
                </a:solidFill>
                <a:latin typeface="DejaVu Sans Mono"/>
              </a:rPr>
              <a:t>*</a:t>
            </a:r>
            <a:r>
              <a:rPr sz="979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979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3845625"/>
            <a:ext cx="219456" cy="1765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3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845625"/>
            <a:ext cx="5742249" cy="1765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022218"/>
            <a:ext cx="219456" cy="1765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3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022218"/>
            <a:ext cx="5742249" cy="1765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198811"/>
            <a:ext cx="219456" cy="1765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3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198811"/>
            <a:ext cx="5742249" cy="1765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9" b="0" i="0">
                <a:solidFill>
                  <a:srgbClr val="6A6A76"/>
                </a:solidFill>
                <a:latin typeface="DejaVu Sans Mono"/>
              </a:rPr>
              <a:t># config/settings/prod.py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375404"/>
            <a:ext cx="219456" cy="1765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3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375404"/>
            <a:ext cx="5742249" cy="1765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9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97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79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979" b="0" i="0">
                <a:solidFill>
                  <a:srgbClr val="FFFFFF"/>
                </a:solidFill>
                <a:latin typeface="DejaVu Sans Mono"/>
              </a:rPr>
              <a:t>____</a:t>
            </a:r>
            <a:r>
              <a:rPr sz="97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79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97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79" b="0" i="0">
                <a:solidFill>
                  <a:srgbClr val="9A9AA6"/>
                </a:solidFill>
                <a:latin typeface="DejaVu Sans Mono"/>
              </a:rPr>
              <a:t>*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4551997"/>
            <a:ext cx="219456" cy="1765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3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4551997"/>
            <a:ext cx="5742249" cy="1765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4728590"/>
            <a:ext cx="219456" cy="1765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3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4728590"/>
            <a:ext cx="5742249" cy="1765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9" b="0" i="0">
                <a:solidFill>
                  <a:srgbClr val="FFFFFF"/>
                </a:solidFill>
                <a:latin typeface="DejaVu Sans Mono"/>
              </a:rPr>
              <a:t>DEBUG</a:t>
            </a:r>
            <a:r>
              <a:rPr sz="97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79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7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79" b="0" i="0">
                <a:solidFill>
                  <a:srgbClr val="FFFFFF"/>
                </a:solidFill>
                <a:latin typeface="DejaVu Sans Mono"/>
              </a:rPr>
              <a:t>_____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" y="4905183"/>
            <a:ext cx="219456" cy="1765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3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4905183"/>
            <a:ext cx="5742249" cy="1765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9" b="0" i="0">
                <a:solidFill>
                  <a:srgbClr val="FFFFFF"/>
                </a:solidFill>
                <a:latin typeface="DejaVu Sans Mono"/>
              </a:rPr>
              <a:t>SECURE_SSL_REDIRECT</a:t>
            </a:r>
            <a:r>
              <a:rPr sz="97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79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7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79" b="0" i="0">
                <a:solidFill>
                  <a:srgbClr val="E5C87A"/>
                </a:solidFill>
                <a:latin typeface="DejaVu Sans Mono"/>
              </a:rPr>
              <a:t>True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" y="5081776"/>
            <a:ext cx="219456" cy="1765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3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6152" y="5081776"/>
            <a:ext cx="5742249" cy="1765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" y="5258369"/>
            <a:ext cx="219456" cy="1765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3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6152" y="5258369"/>
            <a:ext cx="5742249" cy="1765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9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" y="5434962"/>
            <a:ext cx="219456" cy="1765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3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6152" y="5434962"/>
            <a:ext cx="5742249" cy="1765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9" b="0" i="0">
                <a:solidFill>
                  <a:srgbClr val="6A6A76"/>
                </a:solidFill>
                <a:latin typeface="DejaVu Sans Mono"/>
              </a:rPr>
              <a:t># Terminal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" y="5611555"/>
            <a:ext cx="219456" cy="1765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63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16152" y="5611555"/>
            <a:ext cx="5742249" cy="17659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79" b="0" i="0">
                <a:solidFill>
                  <a:srgbClr val="FFFFFF"/>
                </a:solidFill>
                <a:latin typeface="DejaVu Sans Mono"/>
              </a:rPr>
              <a:t>export</a:t>
            </a:r>
            <a:r>
              <a:rPr sz="979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979" b="0" i="0">
                <a:solidFill>
                  <a:srgbClr val="FFFFFF"/>
                </a:solidFill>
                <a:latin typeface="DejaVu Sans Mono"/>
              </a:rPr>
              <a:t>______________________</a:t>
            </a:r>
            <a:r>
              <a:rPr sz="979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979" b="0" i="0">
                <a:solidFill>
                  <a:srgbClr val="FFFFFF"/>
                </a:solidFill>
                <a:latin typeface="DejaVu Sans Mono"/>
              </a:rPr>
              <a:t>config</a:t>
            </a:r>
            <a:r>
              <a:rPr sz="979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79" b="0" i="0">
                <a:solidFill>
                  <a:srgbClr val="FFFFFF"/>
                </a:solidFill>
                <a:latin typeface="DejaVu Sans Mono"/>
              </a:rPr>
              <a:t>settings</a:t>
            </a:r>
            <a:r>
              <a:rPr sz="979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979" b="0" i="0">
                <a:solidFill>
                  <a:srgbClr val="FFFFFF"/>
                </a:solidFill>
                <a:latin typeface="DejaVu Sans Mono"/>
              </a:rPr>
              <a:t>dev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Moduldan hammani oladigan kalit so'z.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Dev'da DEBUG qanday, prod'da qanday?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Umumiy sozlamalar fayli nomi — 4 harf.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Django qaysi sozlamani ishlatishini bildiradi.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87/96 — Setup &amp; Modellar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A6A76"/>
                </a:solidFill>
                <a:latin typeface="DejaVu Sans Mono"/>
              </a:rPr>
              <a:t># config/settings.py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DEBUG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True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settings/ papkasiga bo'ling (base, dev, prod).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BASE_DIR ni to'g'irlang.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seed management command yozing.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87/96 — Setup &amp; Modellar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Loyiha strukturasini qurib, app'larni yarating.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Sozlamalarni base/dev/prod ga bo'ling.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Modellarni yozib migratsiya qiling va seed buyrug'ini yozing.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87/96 — Setup &amp; Modellar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BASE_DIR = Path(__file__).parent.parent  # settings/base.py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BASE_DIR = Path(__file__).parent.parent.parent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Bir daraja chuqurlashdi — BASE_DIR ham oshirilishi kerak.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from .base import Base  # noqa yo'q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from .base import *  # noqa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* import linter'ni bezovta qiladi — # noqa bilan izohlang.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# seed prod'da ham ishlaydi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# seed faqat dev uchun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Seed ma'lumotni o'chiradi — prod'da halokatli.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87/96 — Setup &amp; Modellar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Sozlamalar nima uchun bo'linadi?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Management command nima?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Seed nima uchun kerak?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Entity'lar qanday topiladi?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86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MoSCoW nima?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85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87/96 — Setup &amp; Modellar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config/settings/ — base, dev, prod. DJANGO_SETTINGS_MODULE bilan tanlanadi.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App'larni apps/ ichida guruhlang — struktura toza bo'ladi.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Seed management command — bo'sh baza bilan sinashdan qutqaradi.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Yakuniy loyiha · Dars 87/96 — Setup &amp; Modellar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Loyiha strukturasi va modellar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86: DB dizayn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84: Deploy &amp; CI/CD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75: Debugging &amp; TDD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API — asosiy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Skelet tayyor. Endi asosiy API endpointlarni yozamiz — qaysi biridan boshlaymiz?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87: Setup &amp; Modellar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Yakuniy loyiha</cp:category>
</cp:coreProperties>
</file>