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List (ro'yxat)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List — bitta nomda ko'p qiymat saqlaydigan konteyner. Backend'da eng ko'p ishlatiladigan tuzilma.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List yaratib, elementlarini indeks orqali ola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append, insert, remove, pop bilan ro'yxatni o'zgartira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sort va len bilan ro'yxatni tartiblab, sanay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 bilan ro'yxat bo'ylab aylanib chiqa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«for sikli va range()»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 sikli, range() funksiyasi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(Ko'paytirish jadvalini chiqaruvchi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Tartiblangan, o'zgartirsa bo'ladigan to'plam: [1, 2,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.append(x)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Oxiriga qo'shadi.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.insert(i, 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i-o'ringa qo'yadi, qolgani suriladi.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.remove(x)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 qiymatini o'chiradi (birinchi uchraganini).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.pop(i)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i-elementni o'chiradi VA qaytaradi. Indekssiz — oxirgini.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.sort()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Ro'yxatni o'z ichida tartiblaydi.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List — bitta o'zgaruvchida ko'p qiymat saqlaydigan quti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Kvadrat qavs ichida, vergul bilan: [10, 20, 30]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Indeks satrdagidek — 0 dan boshlanadi.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Turli xil turlarni aralashtirsa ham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Slicing ham ishlaydi: royxat[1:3]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list.py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7620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7620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2399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2399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07178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07178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Guli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31957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1957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67366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67366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['Ali', 'Vali']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List metodlari ro'yxatning O'ZINI o'zgartiradi — satrlardan farqli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append qo'shadi, remove o'chiradi — yangi list qaytarmaydi.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royxat = royxat.append(x) yozmang — None qaytaradi!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pop() o'chirilgan elementni qaytaradi — uni saqlash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sort() ham o'z ichida tartiblaydi, yangisini bermaydi.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metodlar.py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40807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40807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34910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53198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53198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[3, 1, 2, 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65589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65589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insert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[0, 3, 1, 2, 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77980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77980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remove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[0, 1, 2, 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372083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390371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90371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oxirgi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pop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4 qaytdi, [0, 1, 2] qoldi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02762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02762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sort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# [0, 1, 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15153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15153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27544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27544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oxirgi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sonlar = sonlar.append(4) yozsangiz — sonlar None bo'lib qoladi va keyingi satrda xato chiqadi.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for bilan ro'yxat bo'ylab yurish — indeks yozish kerak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t in talabalar: — har bir elementni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Indeks ham kerak bo'lsa: enumerate() ishlatiladi.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Sikl ichida shart qo'yib, filtrlash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naqsh butun kurs davomida takrorlanadi.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aylanish.py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67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5930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— 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— yiqildi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enumerate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-talaba: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Talabalar ro'yxatini boshqaruvchi dasturni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talabalar.py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94437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96266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8211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0157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62102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84048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05993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26110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7939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remove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9884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insert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Zilola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70001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71830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sort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93775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15721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Jami: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 ta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5358379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37666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enumerate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612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.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Bo'sh ro'yxat bilan boshlaymiz — keyin to'ldiramiz.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remove() qiymat bo'yicha o'chiradi, indeks bo'yicha emas.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sort() alifbo tartibida joylashtiradi — natijani qaytarmaydi, o'z ichida o'zgartiradi.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enumerate(…, 1) — sanoqni 1 dan boshlaydi, 0 dan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Oxirgi print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remove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[1, 2, 3, 4]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[2, 3, 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[1, 2, 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[2, 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remove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[2, 3, 4]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append(4) oxiriga 4 qo'shdi → [1,2,3,4]. remove(1) qiymati 1 bo'lgan elementni o'chirdi → [2,3,4]. remove indeks emas, QIYMAT oladi.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sort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 nima qiymat oladi? Nima uchun?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 o'zgardimi yoki asl holida qoldimi?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sorted(a) ishlatsak farqi nima bo'ladi?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Xuddi shu muammo qaysi boshqa metodlarda uchraydi?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eng katta ballni topsin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67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88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Eng katta: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eng_katta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Boshlang'ich qiymat — ro'yxatning birinchi elementi.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Sikl kalit so'zlari: ... ... ...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Shart bajarilsa — eng_katta ga hozirgi elementni beramiz.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Ro'yxatdagi sonlar o'rtachasini topuvchi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yigindi +=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har birini qo'shish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sonlar = [10, 20, 30, 40]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for s in sonlar: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sikl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yigindi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boshlang'ich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ortacha = yigindi / len(sonlar)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o'rtachani hisoblash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print(f"O'rtacha: {ortacha}")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natija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mevalar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olma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anor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mevalar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Ro'yxatga yana 3 ta meva qo'shing (append bilan).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Alifbo tartibida tartiblang va qayta chiqaring.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5 harfdan uzun mevalarni chiqaring (if + len bilan).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ta sonli ro'yxat yarating va ularning yig'indisini toping.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5 ta ism so'rab ro'yxatga yig'ing va tartiblab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Ro'yxatdagi eng katta va eng kichik sonni max/min ishlatmasdan toping.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 = a.append(5)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a.append(5)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append() None qaytaradi. Qayta o'zlashtirsangiz — ro'yxat yo'qoladi.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 = [1,2,3]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a.remove(0)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 = [1,2,3]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a.pop(0)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remove() QIYMAT oladi — 0 qiymati yo'q, ValueError. Indeks bo'yicha o'chirish — pop().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 = [1,2,3]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print(a[3])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 = [1,2,3]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print(a[-1])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3 ta elementda indekslar 0,1,2. a[3] → IndexError.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append va insert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remove() indeks bo'yicha o'chiradimi?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a.sort() nima qaytaradi?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range(1, 5) nechta son beradi?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while cheksiz aylanib qolishining sababi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List — [ ] ichidagi tartiblangan to'plam. Indeks 0 dan boshlanadi.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append/insert/remove/pop/sort ro'yxatning O'ZINI o'zgartiradi va None qaytaradi.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 bilan ro'yxat bo'ylab yurish — indeks yozmasdan.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11/96 — List (ro'yxat)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Talabalar ro'yxatini boshqaruvchi dastur (qo'shish/o'chirish)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10: for sikli va range()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8: Mantiqiy operatorlar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Tuple +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O'zgartirib bo'lmaydigan ro'yxat kerak bo'lsa-chi? Masalan haftaning kunlari — ular hech qachon o'zgarmaydi.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11: List (ro'yxat)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