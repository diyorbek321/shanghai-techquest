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pip va paketlar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Python chuqurroq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3405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75304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7-hafta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pip — 500 000 dan ortiq tayyor kutubxona joylashgan omborga kalitingiz.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21/96 — pip va paketlar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pip nima ekanini va PyPI'ning rolini tushuntira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pip install bilan tashqi paket o'rnata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requests bilan internetdan ma'lumot ola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requirements.txt yaratib, loyiha bog'liqliklarini yozib qo'ya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21/96 — pip va paketlar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«Modullar 2»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datetime va os modullari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(Vaqtni ko'rsatuvchi va yosh hisoblovchi dastur…)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21/96 — pip va paketlar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Python paket menejeri. Kutubxona o'rnatadi.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PyPI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pypi.org — barcha Python paketlari ombori.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Paket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Boshqalar yozgan, qayta ishlatsa bo'ladigan kod to'plami.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requirements.txt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Loyiha uchun kerakli paketlar ro'yxati.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pip freeze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O'rnatilgan paketlar va versiyalarini chiqaradi.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requests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HTTP so'rov yuborish uchun eng mashhur kutubxona.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21/96 — pip va paketlar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pip — terminalda ishlaydigan buyruq, Python kodi emas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pip install nom — o'rnatadi.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pip list — o'rnatilganlarni ko'rsatadi.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pip uninstall nom — o'chiradi.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buyruqlar terminalga yoziladi, .py fayliga emas.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0708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0708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Terminalda (VS Code'da Ctrl+`)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7759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7759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install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requests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84810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84810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411861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411861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show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requests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38912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389120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uninstall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requests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65962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659629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93013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930138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Muayyan versiya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520064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5200647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install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requests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.31.0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Agar pip topilmasa — python3 -m pip install requests deb urinib ko'ring.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21/96 — pip va paketlar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requests bilan internetdagi ma'lumotni bir necha satrda olamiz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requests.get(url) — sahifani so'raydi.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.status_code — 200 bo'lsa muvaffaqiyatli.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.json() — JSON javobni dict'ga aylantiradi.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5-oyda API bilan ishlashning asosi bo'ladi.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requests.py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144783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144783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requests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371026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371026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578981"/>
            <a:ext cx="5367363" cy="22624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597269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597269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requests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https://api.github.com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823512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823512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4049755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049755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status_code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1254" b="0" i="0">
                <a:solidFill>
                  <a:srgbClr val="6A6A76"/>
                </a:solidFill>
                <a:latin typeface="DejaVu Sans Mono"/>
              </a:rPr>
              <a:t># 200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275998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275998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5379" y="4483953"/>
            <a:ext cx="5367363" cy="22624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11683" y="4502241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502241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json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728484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728484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54" b="0" i="0">
                <a:solidFill>
                  <a:srgbClr val="7AB8E0"/>
                </a:solidFill>
                <a:latin typeface="DejaVu Sans Mono"/>
              </a:rPr>
              <a:t>type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         </a:t>
            </a:r>
            <a:r>
              <a:rPr sz="1254" b="0" i="0">
                <a:solidFill>
                  <a:srgbClr val="6A6A76"/>
                </a:solidFill>
                <a:latin typeface="DejaVu Sans Mono"/>
              </a:rPr>
              <a:t># dict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954727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954727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180970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180970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kalit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4" b="0" i="0">
                <a:solidFill>
                  <a:srgbClr val="7AB8E0"/>
                </a:solidFill>
                <a:latin typeface="DejaVu Sans Mono"/>
              </a:rPr>
              <a:t>list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254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5407213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407213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5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kalit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21/96 — pip va paketlar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requirements.txt — loyihangizni boshqa kompyuterda ishga tushirish kaliti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Loyihaga kerakli paketlar ro'yxati, har biri alohida satrda.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pip freeze &gt; requirements.txt — avtomatik yaratadi.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pip install -r requirements.txt — hammasini o'rnatadi.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GitHub'ga yuklaganda bu fayl albatta bo'lishi kerak.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requirements.txt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9892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requests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.31.0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86943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python-dotenv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.0.0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413994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41045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Terminalda: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68096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freeze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&gt;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requirements.txt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95147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951470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install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-r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requirements.txt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21/96 — pip va paketlar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Tashqi paketni o'rnatib, oddiy misolda ishlatamiz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valyuta.py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7"/>
            <a:ext cx="574224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6A6A76"/>
                </a:solidFill>
                <a:latin typeface="DejaVu Sans Mono"/>
              </a:rPr>
              <a:t># Avval terminalda: pip install 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5285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52852"/>
            <a:ext cx="574224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4304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43047"/>
            <a:ext cx="574224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53324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533242"/>
            <a:ext cx="574224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URL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https://api.exchangerate-api.com/v4/latest/USD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72343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723437"/>
            <a:ext cx="574224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8952" y="3895344"/>
            <a:ext cx="6345753" cy="19019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05256" y="391363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6152" y="3913632"/>
            <a:ext cx="574224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requests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URL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410382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4103827"/>
            <a:ext cx="574224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8952" y="4275734"/>
            <a:ext cx="6345753" cy="19019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05256" y="429402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294022"/>
            <a:ext cx="574224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status_code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C9A961"/>
                </a:solidFill>
                <a:latin typeface="DejaVu Sans Mono"/>
              </a:rPr>
              <a:t>200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58952" y="4465929"/>
            <a:ext cx="6345753" cy="19019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05256" y="448421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484217"/>
            <a:ext cx="574224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json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67441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674412"/>
            <a:ext cx="574224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kurslar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rates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86460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864607"/>
            <a:ext cx="574224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" y="5036514"/>
            <a:ext cx="6345753" cy="19019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5256" y="505480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5054802"/>
            <a:ext cx="574224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1 USD = 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kurslar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UZS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?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 UZS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524499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5244997"/>
            <a:ext cx="574224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1 USD = 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kurslar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EUR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?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 EUR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5435192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5435192"/>
            <a:ext cx="574224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" y="5625387"/>
            <a:ext cx="219456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22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5625387"/>
            <a:ext cx="5742249" cy="1901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5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Xatolik: 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54" b="0" i="0">
                <a:solidFill>
                  <a:srgbClr val="FFFFFF"/>
                </a:solidFill>
                <a:latin typeface="DejaVu Sans Mono"/>
              </a:rPr>
              <a:t>status_code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0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6-satr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get() so'rov yuboradi va javob obyektini qaytaradi.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8-satr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status_code 200 — «hammasi joyida». 404 — topilmadi.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9-satr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.json() JSON matnni Python dict'iga aylantiradi.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12-satr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get() bilan xavfsiz olamiz — kalit bo'lmasa dastur qulamaydi.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21/96 — pip va paketlar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status_code 200 nimani anglatadi?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62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62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5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45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55" b="0" i="0">
                <a:solidFill>
                  <a:srgbClr val="FFFFFF"/>
                </a:solidFill>
                <a:latin typeface="DejaVu Sans Mono"/>
              </a:rPr>
              <a:t>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0847"/>
            <a:ext cx="219456" cy="262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0847"/>
            <a:ext cx="5525847" cy="262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5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45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5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5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55" b="0" i="0">
                <a:solidFill>
                  <a:srgbClr val="FFFFFF"/>
                </a:solidFill>
                <a:latin typeface="DejaVu Sans Mono"/>
              </a:rPr>
              <a:t>requests</a:t>
            </a:r>
            <a:r>
              <a:rPr sz="145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55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45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5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55" b="0" i="0">
                <a:solidFill>
                  <a:srgbClr val="6EC27A"/>
                </a:solidFill>
                <a:latin typeface="DejaVu Sans Mono"/>
              </a:rPr>
              <a:t>https://api.github.com</a:t>
            </a:r>
            <a:r>
              <a:rPr sz="145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5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53278"/>
            <a:ext cx="219456" cy="262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53278"/>
            <a:ext cx="5525847" cy="262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5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5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55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45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55" b="0" i="0">
                <a:solidFill>
                  <a:srgbClr val="FFFFFF"/>
                </a:solidFill>
                <a:latin typeface="DejaVu Sans Mono"/>
              </a:rPr>
              <a:t>status_code</a:t>
            </a:r>
            <a:r>
              <a:rPr sz="145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200 ta natija keldi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So'rov muvaffaqiyatli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200 sekund kutildi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Xatolik kodi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21/96 — pip va paketlar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4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60015"/>
            <a:ext cx="219456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60015"/>
            <a:ext cx="4876641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4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requests</a:t>
            </a:r>
            <a:r>
              <a:rPr sz="128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28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4" b="0" i="0">
                <a:solidFill>
                  <a:srgbClr val="6EC27A"/>
                </a:solidFill>
                <a:latin typeface="DejaVu Sans Mono"/>
              </a:rPr>
              <a:t>https://api.github.com</a:t>
            </a:r>
            <a:r>
              <a:rPr sz="128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91614"/>
            <a:ext cx="219456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91614"/>
            <a:ext cx="4876641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8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28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status_code</a:t>
            </a:r>
            <a:r>
              <a:rPr sz="128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023213"/>
            <a:ext cx="219456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023213"/>
            <a:ext cx="4876641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8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4" b="0" i="0">
                <a:solidFill>
                  <a:srgbClr val="7AB8E0"/>
                </a:solidFill>
                <a:latin typeface="DejaVu Sans Mono"/>
              </a:rPr>
              <a:t>type</a:t>
            </a:r>
            <a:r>
              <a:rPr sz="128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28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json</a:t>
            </a:r>
            <a:r>
              <a:rPr sz="128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8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200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&lt;class 'dict'&gt;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200 — HTTP standartida «muvaffaqiyatli» degani (5-oyda batafsil ko'ramiz). .json() esa JSON matnni Python dict'iga aylantirdi — endi kalit bilan ishlash mumkin.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21/96 — pip va paketlar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API'dan ma'lumot olsin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1581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15811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4286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42862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6991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69913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requests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https://api.github.com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6964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69640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24014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240149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___________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200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51065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510658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78116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781167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malumot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05167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05167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32218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32218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Xatolik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modulni ulaydi.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2-bo'sh joy: ma'lumot olish uchun HTTP metodi — 3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3-bo'sh joy: javob holatini bildiruvchi atribut.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4-bo'sh joy: JSON'ni dict'ga aylantiradigan metod.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21/96 — pip va paketlar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4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requests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60015"/>
            <a:ext cx="219456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60015"/>
            <a:ext cx="4876641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4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requests</a:t>
            </a:r>
            <a:r>
              <a:rPr sz="128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get</a:t>
            </a:r>
            <a:r>
              <a:rPr sz="128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4" b="0" i="0">
                <a:solidFill>
                  <a:srgbClr val="6EC27A"/>
                </a:solidFill>
                <a:latin typeface="DejaVu Sans Mono"/>
              </a:rPr>
              <a:t>https://api.github.com</a:t>
            </a:r>
            <a:r>
              <a:rPr sz="128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8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91614"/>
            <a:ext cx="219456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91614"/>
            <a:ext cx="4876641" cy="231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8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8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javob</a:t>
            </a:r>
            <a:r>
              <a:rPr sz="128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84" b="0" i="0">
                <a:solidFill>
                  <a:srgbClr val="FFFFFF"/>
                </a:solidFill>
                <a:latin typeface="DejaVu Sans Mono"/>
              </a:rPr>
              <a:t>status_code</a:t>
            </a:r>
            <a:r>
              <a:rPr sz="128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Mavjud bo'lmagan URL bilan sinang — status_code nima bo'ladi?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javob.json() natijasidan 3 ta kalitni chiqaring.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requirements.txt yarating va requests ni unga yozing.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21/96 — pip va paketlar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requests paketini o'rnating va pip list bilan tekshiring.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Ochiq API'ga so'rov yuborib, status_code ni chiqaring.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Loyihangiz uchun requirements.txt yarating va uni o'chirib, -r bilan qayta o'rnating.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21/96 — pip va paketlar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.py fayl ichida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pip install requests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terminalda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pip install 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pip — terminal buyrug'i, Python kodi emas.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import requests  # o'rnatilmagan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pip install requests  # avval o'rnating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O'rnatilmagan paketni import qilsangiz — ModuleNotFoundError.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malumot = javob  # dict kutilgan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malumot = javob.json()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javob — Response obyekti. Ma'lumot uchun .json() yoki .text kerak.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21/96 — pip va paketlar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pip nima qiladi?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requirements.txt nimaga kerak?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javob.json() nima qaytaradi?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os.path.exists() nima qiladi?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20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import va from import farqi nima?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21/96 — pip va paketlar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pip — terminal buyrug'i. PyPI'dan paket o'rnatadi.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requests bilan internetdan ma'lumot olinadi. status_code 200 — muvaffaqiyat.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requirements.txt — loyihani boshqa joyda ishga tushirish uchun majburiy fayl.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Python chuqurroq · Dars 21/96 — pip va paketlar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Tashqi paket o'rnatib, oddiy misolda ishlatish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20: Modullar 2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18: Funksiyalar 3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9: while sikli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Fayllar bilan ishlash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Dastur yopilgandan keyin ma'lumot yo'qolib ketadi. Uni saqlab qolish uchun nima qilamiz?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21: pip va paketlar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Python chuqurroq</cp:category>
</cp:coreProperties>
</file>