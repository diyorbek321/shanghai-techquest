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Environment &amp; Settings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Ilg'or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26-hafta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.env va sozlamalarni ajratish — maxfiy kalitlarni koddan chiqarish.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Environment variable tushunchasini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.env fayl bilan ishlay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dev va prod sozlamalarini ajrata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Maxfiy kalitlarni to'g'ri boshqara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«Debugging &amp; TDD»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Debugging (pdb, print), xatolarni topish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(Loyihaga 5 ta test qo'shish…)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Environment 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Operatsion tizim darajasidagi o'zgaruvchi.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.env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Muhit o'zgaruvchilari fayli. Git'ga KIRMAYDI.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.env.example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Namuna fayl. Git'ga kiradi.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SECRET_KEY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Django'ning kriptografik kaliti.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12-factor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Zamonaviy ilova qurish tamoyillari.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django-environ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Django uchun .env kutubxonasi.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Maxfiy kalit koddan tashqarida bo'lishi kerak — kod ochiq, kalit yopiq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GitHub'ga tushgan kalit — o'g'irlangan kalit.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kod, turli muhitda turli sozlama (dev / prod).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Environment variable — standart yechim.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12-factor app tamoyillaridan biri.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settings.py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✗ XAVFLI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163829"/>
            <a:ext cx="536736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18211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SECRET_KEY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django-insecure-abc123...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40157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DATABASES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62102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default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84048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PASSWORD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parol123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05993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27939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49884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71830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✓ TO'G'RI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93775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15721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5358379"/>
            <a:ext cx="536736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37666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SECRET_KEY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os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environ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SECRET_KEY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59612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DB_PASSWORD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os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environ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DB_PASSWORD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.env fayl mahalliy ishlab chiqish uchun, .env.example esa jamoa uchun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.env — haqiqiy qiymatlar. .gitignore'ga qo'shiladi.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.env.example — bo'sh namuna. Git'ga KIRADI.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Yangi dasturchi .env.example dan nusxa 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Prod'da .env emas — server env o'zgaruvchilari.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fayllar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 .env  (Git'ga KIRMAYDI)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SECRET_KEY=django-insecure-haqiqiy-kalit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DEBUG=True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DB_NAME=blog_db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DB_USER=dev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DB_PASSWORD=parol123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 .env.example  (Git'ga KIRADI)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SECRET_KEY=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DEBUG=True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DB_NAME=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DB_USER=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DB_PASSWORD=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 .gitignore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.env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.venv/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django-environ turlarni ham to'g'ri o'qiydi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env.bool("DEBUG") — "True" matnini True'ga aylantiradi.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env.int, env.list, env.db — turli turlar.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Standart qiymat berish mumkin: env.bool("DEBUG", False).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DEBUG standart qiymati FALSE bo'lsin — xavfsizroq.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settings.py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pip install django-environ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environ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pathlib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BASE_DIR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__file__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resolve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parent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parent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085539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environ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bool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environ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read_env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BASE_DIR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.env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SECRET_KEY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SECRET_KEY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5379" y="4846319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bool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DEBUG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ALLOWED_HOSTS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list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ALLOWED_HOSTS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             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default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localhost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DATABASES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default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DATABASE_URL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 kalitlarini .env'ga ko'chiramiz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config/settings.py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environ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pathlib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BASE_DIR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__file__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resolve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parent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environ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375589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bool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ALLOWED_HOSTS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localhost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127.0.0.1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environ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read_env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BASE_DIR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.env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Maxfiy ──────────────────────────────────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SECRET_KEY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SECRET_KEY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bool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DEBUG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ALLOWED_HOSTS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ALLOWED_HOSTS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Baza ────────────────────────────────────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DATABASES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default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ENGINE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django.db.backends.postgresql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NAME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DB_NAME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DB_USER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PASSWORD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DB_PASSWORD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" y="605521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HOST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DB_HOST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default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localhost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PORT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DB_PORT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default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5432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Prod uchun qat'iy sozlamalar ────────────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952" y="686673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SECURE_SSL_REDIRECT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SESSION_COOKIE_SECURE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CSRF_COOKIE_SECURE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SECURE_HSTS_SECONDS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31536000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DEBUG standart qiymati False — .env yo'q bo'lsa xavfsiz holatda qoladi.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env("SECRET_KEY") — standart qiymat yo'q. Yo'q bo'lsa xato beradi. Bu TO'G'RI: kalitsiz ishga tushmasin.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24-satr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default= bilan ixtiyoriy qiymatlar.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30-satr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Prod'da qo'shimcha xavfsizlik — faqat DEBUG=False bo'lganda.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SECRET_KEY GitHub'ga tushib qolsa nima qilish kerak?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2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32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7" b="0" i="0">
                <a:solidFill>
                  <a:srgbClr val="FFFFFF"/>
                </a:solidFill>
                <a:latin typeface="DejaVu Sans Mono"/>
              </a:rPr>
              <a:t># .env fayl xato bilan commit qilindi va push bo'ldi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Fayl o'chirilsa yetarli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KALITNI ALMASHTIRISH kerak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nima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Repo'ni private qilish yetarli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cat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"import environ, os; \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EC27A"/>
                </a:solidFill>
                <a:latin typeface="DejaVu Sans Mono"/>
              </a:rPr>
              <a:t>  environ.Env.read_env('.env'); \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EC27A"/>
                </a:solidFill>
                <a:latin typeface="DejaVu Sans Mono"/>
              </a:rPr>
              <a:t>  print(os.environ['DEBUG'])"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SECRET_KEY=django-insecure-x9k2m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DEBUG=True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True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read_env() .env faylni o'qib, qiymatlarni os.environ ga yukladi. E'tibor bering: os.environ'da qiymat MATN («True»). env.bool() uni haqiqiy bool'ga aylantiradi.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.env sozlang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285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2285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9336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387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environ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bool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438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environ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BASE_DIR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.env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489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SECRET_KEY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SECRET_KEY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59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DEBUG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164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9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.gitignore ichiga qo'shing: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574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574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Kutubxona nomi — 7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.env faylni o'qiydigan metod — read_…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Matnni bool'ga aylantiradigan metod.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Git'ga kirmasligi kerak bo'lgan fayl nomi.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SECRET_KEY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django-insecure-abc123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Ikkalasini .env'ga ko'chiring.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.env.example yarating.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.gitignore'ga .env qo'shing va tekshiring.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 kalitlarini .env'ga ko'chiring.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.env.example yaratib, Git'ga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DEBUG=False bilan ishga tushirib, nima o'zgarishini ko'ring.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SECRET_KEY = "abc123"  # kodda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SECRET_KEY = env("SECRET_KEY")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Kalit kodda bo'lsa — GitHub'ga tushadi.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add .env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echo ".env" &gt;&gt; .gitignore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.env HECH QACHON Git'ga qo'shilmaydi.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DEBUG = env.bool("DEBUG", default=True)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DEBUG = env.bool("DEBUG", default=False)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Standart qiymat XAVFSIZ bo'lsin — .env unutilsa prod'da DEBUG yoqilib qolmasin.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Nima uchun kalitlar koddan chiqariladi?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.env va .env.example farqi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DEBUG=True prod'da nima uchun xavfli?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TDD sikli qanday?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Fixture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Maxfiy kalit koddan tashqarida: env("SECRET_KEY").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.env Git'ga KIRMAYDI, .env.example esa KIRADI.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DEBUG standart qiymati False bo'lsin. Kalit tushib qolsa — ALMASHTIRING.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76/96 — Environment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 kalitlarini .env'ga ko'chirish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75: Debugging &amp; TDD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73: Test asoslari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64: CRUD API 1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Redis &amp; Caching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Bir xil so'rov har safar bazadan o'qiyapti va sekin. Javobni eslab qolsa bo'lmaydimi?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76: Environment &amp; Settings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Ilg'or</cp:category>
</cp:coreProperties>
</file>