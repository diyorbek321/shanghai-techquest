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Ma'lumot o'zgartirish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INSERT, UPDATE, DELETE — bazani o'zgartirishning uch amali. Ehtiyot bo'ling: WHERE'siz DELETE hammasini o'chiradi.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CREATE TABLE bilan jadval yarata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SQL ma'lumot turlarini tanlay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INSERT bilan yozuv qo'sha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UPDATE va DELETE ni xavfsiz ishlata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«DB asoslari &amp; SELECT»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Relational DB, jadval/ustun/qator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(Berilgan bazadan 10 ta so'rov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CREATE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Yangi jadval yaratish.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INTEGER /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Butun son / matn turlari.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PRIMARY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qatorning noyob identifikatori.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NOT 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Bu ustun bo'sh bo'lmasligi shart.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INSERT INTO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Yangi qator qo'shish.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UPDATE … 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O'zgartirish. WHERE'siz — HAMMASI o'zgaradi!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CREATE TABLE — jadvalning tuzilishini oldindan belgilaymiz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ustun uchun nom va tur ko'rsatiladi.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PRIMARY KEY — noyob identifikator, odatda id.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NOT NULL — bo'sh qoldirib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DEFAULT — qiymat berilmasa nima yozilishi.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create.sql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570308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58859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8859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5379" y="3830488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11683" y="384877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4877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0895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0895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6913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6913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DEFAULT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'Yangi'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2931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2931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faol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BOOLEAN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DEFAULT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8949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8949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qoshildi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DATE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DEFAULT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CURRENT_DATE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14967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14967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SERIAL — avtomatik oshib boruvchi son. SQLite'da INTEGER PRIMARY KEY AUTOINCREMENT.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INSERT — jadvalga yangi qator qo'shadi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INSERT INTO jadval (ustunlar) VALUES (qiymatlar);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Ustun nomlarini yozish tavsiya etiladi — tartib o'zgarsa ham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vaqtda bir nechta qator qo'shsa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id ni yozmang — SERIAL o'zi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insert.sql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A6A76"/>
                </a:solidFill>
                <a:latin typeface="DejaVu Sans Mono"/>
              </a:rPr>
              <a:t>-- Bitta qator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531557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54984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4984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E5C87A"/>
                </a:solidFill>
                <a:latin typeface="DejaVu Sans Mono"/>
              </a:rPr>
              <a:t>INSERT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INTO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771274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71274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E5C87A"/>
                </a:solidFill>
                <a:latin typeface="DejaVu Sans Mono"/>
              </a:rPr>
              <a:t>VALUES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'Ali'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'Backend-1'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92703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92703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214132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14132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A6A76"/>
                </a:solidFill>
                <a:latin typeface="DejaVu Sans Mono"/>
              </a:rPr>
              <a:t>-- Bir nechta qator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417273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435561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35561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E5C87A"/>
                </a:solidFill>
                <a:latin typeface="DejaVu Sans Mono"/>
              </a:rPr>
              <a:t>INSERT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INTO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56990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56990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'Guli'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'Backend-1'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78419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78419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'Bek'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C9A961"/>
                </a:solidFill>
                <a:latin typeface="DejaVu Sans Mono"/>
              </a:rPr>
              <a:t>17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'Frontend'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99848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99848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'Zilola'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'Backend-2'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WHERE'siz UPDATE va DELETE butun jadvalga ta'sir qiladi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UPDATE talabalar SET yosh = 20; — HAMMANING yoshi 20 bo'ladi!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doim WHERE yozing.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Avval SELECT bilan tekshiring: qaysi qatorlar o'zgaradi?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DELETE FROM jadval; — jadvalni butunlay bo'shatadi.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update_delete.sql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7406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7406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A6A76"/>
                </a:solidFill>
                <a:latin typeface="DejaVu Sans Mono"/>
              </a:rPr>
              <a:t>-- ✗ XAVFLI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441622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45991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45991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UPDATE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SET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'Backend-1'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5379" y="3627464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11683" y="3645752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45752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DELETE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31594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31594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17436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17436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A6A76"/>
                </a:solidFill>
                <a:latin typeface="DejaVu Sans Mono"/>
              </a:rPr>
              <a:t>-- ✓ XAVFSIZ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184990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20327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0327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;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030" b="0" i="0">
                <a:solidFill>
                  <a:srgbClr val="6A6A76"/>
                </a:solidFill>
                <a:latin typeface="DejaVu Sans Mono"/>
              </a:rPr>
              <a:t>-- avval ko'ring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38912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38912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574962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574962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UPDATE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760804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60804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SET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'Backend-1'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946646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946646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5114200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513248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3248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31833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31833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DELETE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Jadval yaratib, ma'lumot bilan to'ldiramiz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kutubxona.sql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-- 1) Jadval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148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BOOLEAN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-- 2) Ma'lumot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INSERT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INTO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VALUES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'O''tkan kunlar'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'A. Qodiriy'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1926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'Sarob'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'A. Qahhor'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1934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'Alpomish'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'Xalq eposi'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1928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-- 3) Tekshiramiz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-- 4) Bittasini band qilamiz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UPDATE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-- 5) O'chiramiz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1930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SERIAL PRIMARY KEY — id avtomatik 1, 2, 3 … bo'ladi.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'' — SQL'da apostrofni ikki marta yozib qochiriladi: O''tkan.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WHERE id = 1 — faqat bitta qator o'zgaradi.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Ikki shartli DELETE — ehtiyot bo'ling, avval SELECT bilan tekshiring.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so'rov nechta qatorni o'zgartiradi?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-- Jadvalda 100 ta talaba bor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UPDATE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SET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 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 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100 ta — hammasi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UPDATE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SET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'X'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DISTINCT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count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 100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UPDATE 100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guruh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WHERE yozilmagani uchun 100 ta qatorning HAMMASI o'zgardi. Endi hamma bir guruhda. Bu qaytarib bo'lmaydigan xato — har doim WHERE yozing.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jadval yaratib to'ldiring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68679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68679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30024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30024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9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91369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91369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449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9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52714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52714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449" b="0" i="0">
                <a:solidFill>
                  <a:srgbClr val="7AB8E0"/>
                </a:solidFill>
                <a:latin typeface="DejaVu Sans Mono"/>
              </a:rPr>
              <a:t>INTEGER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14059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14059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36749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36749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98094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898094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9" b="0" i="0">
                <a:solidFill>
                  <a:srgbClr val="6EC27A"/>
                </a:solidFill>
                <a:latin typeface="DejaVu Sans Mono"/>
              </a:rPr>
              <a:t>'Non'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59439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59439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20784"/>
            <a:ext cx="219456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20784"/>
            <a:ext cx="5742249" cy="261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C9A961"/>
                </a:solidFill>
                <a:latin typeface="DejaVu Sans Mono"/>
              </a:rPr>
              <a:t>6000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9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49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Jadval yaratish — ikki so'zli buyruq.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Noyob identifikator — ikki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Bo'sh bo'lmasligi — ikki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O'zgartirishda WHERE ni unutmang!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1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1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4" b="0" i="0">
                <a:solidFill>
                  <a:srgbClr val="E5C87A"/>
                </a:solidFill>
                <a:latin typeface="DejaVu Sans Mono"/>
              </a:rPr>
              <a:t>INSERT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INTO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E5C87A"/>
                </a:solidFill>
                <a:latin typeface="DejaVu Sans Mono"/>
              </a:rPr>
              <a:t>VALUES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4" b="0" i="0">
                <a:solidFill>
                  <a:srgbClr val="6EC27A"/>
                </a:solidFill>
                <a:latin typeface="DejaVu Sans Mono"/>
              </a:rPr>
              <a:t>'Ali'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4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Yana 3 ta talabani bitta INSERT bilan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Ali ning yoshini 16 ga o'zgartiring (WHERE bilan!).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17 yoshdan kattalarni o'chiring — avval SELECT bilan tekshiring.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O'z jadvalingizni yarating (kamida 4 ta ustun) va 5 ta yozuv kiriting.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UPDATE bilan bitta yozuvni o'zgartiring.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DELETE bilan shartga mos yozuvlarni o'chiring — avval SELECT bilan tekshiring.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UPDATE talabalar SET yosh = 20;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UPDATE talabalar SET yosh = 20 WHERE id = 5;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WHERE'siz UPDATE butun jadvalni o'zgartiradi. Qaytarib bo'lmaydi.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DELETE FROM talabalar;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DELETE FROM talabalar WHERE id = 5;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WHERE'siz DELETE jadvalni bo'shatadi.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INSERT INTO talabalar VALUES ('Ali', 15);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INSERT INTO talabalar (ism, yosh) VALUES ('Ali', 15);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Ustun nomlari yozilmasa — jadval tuzilishi o'zgarsa so'rov buziladi.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PRIMARY KEY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WHERE'siz DELETE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SERIAL nimani anglatadi?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 tartibi qanday?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 clone qachon ishlatiladi?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CREATE TABLE — ustun nomi + turi. PRIMARY KEY noyoblikni ta'minlaydi.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INSERT INTO jadval (ustunlar) VALUES (qiymatlar). Ustunlarni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UPDATE va DELETE dan oldin HAR DOIM WHERE — va avval SELECT bilan tekshiring.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41/96 — Ma'lumot o'zgartirish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O'z jadvalingizni yaratib, ma'lumot kiritish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40: DB asoslari &amp; SELECT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38: Branch va merge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29: Encapsulation &amp; Abstraction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Filtrlash chuqur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«Ali» bilan boshlanadigan barcha ismlarni topish kerak. = bilan bo'lmaydi — boshqa yo'l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41: Ma'lumot o'zgartirish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SQL</cp:category>
</cp:coreProperties>
</file>