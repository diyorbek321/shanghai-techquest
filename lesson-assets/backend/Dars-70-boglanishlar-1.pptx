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Bog'lanishlar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63550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DRF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2364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6-oy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4892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24-hafta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Nested serializer — bog'langan ma'lumotni bir javobda to'liq ko'rsatish.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70/96 — Bog'lanishlar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ForeignKey API'da qanday ko'rinishini bilasiz.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Nested serializer yoza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StringRelatedField va SlugRelatedField ni ishlata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Yozish va o'qish uchun turli serializer ishlata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70/96 — Bog'lanishlar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«Permissions»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Ruxsatlar: IsAuthenticated, IsAdminUser, custom permission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(Faqat egasiga ruxsat beruvchi endpoint…)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70/96 — Bog'lanishlar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Nested serializer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Serializer ichidagi serializer.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StringRelatedField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Bog'langan obyektning __str__ ini ko'rsatadi.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SlugRelatedField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Bog'langan obyektning bitta maydonini.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PrimaryKeyRelatedField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Faqat id (standart holat).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read_only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Faqat chiqishda ko'rinadi, kirishda e'tiborsiz.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source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Boshqa nomdagi maydondan qiymat olish.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70/96 — Bog'lanishlar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Standart holda ForeignKey faqat id bo'lib chiqadi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"kategoriya": 1 — client uchun ma'nosiz.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Nomini olish uchun yana bir so'rov kerak bo'ladi.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Yechim: nested serializer yoki RelatedField.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Lekin har doim nested qilmang — javob og'irlashadi.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uch variant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05040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05040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# Standart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21856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21856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{"id": 1, "sarlavha": "Django", "kategoriya": 3}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738672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738672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955488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955488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# StringRelatedField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172304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172304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{"id": 1, "sarlavha": "Django",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389120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389120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"kategoriya": "Texnologiya"}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605936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605936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822752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822752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# Nested serializer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5039568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039568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{"id": 1, "sarlavha": "Django",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256384"/>
            <a:ext cx="219456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256384"/>
            <a:ext cx="4763859" cy="216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2" b="0" i="0">
                <a:solidFill>
                  <a:srgbClr val="FFFFFF"/>
                </a:solidFill>
                <a:latin typeface="DejaVu Sans Mono"/>
              </a:rPr>
              <a:t> "kategoriya": {"id": 3, "nom": "Texnologiya"}}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70/96 — Bog'lanishlar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RelatedField'lar — nested'ning yengil alternativalari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StringRelatedField — __str__ natijasi (27-dars).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SlugRelatedField — aniq bitta maydon.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Ikkalasi ham read_only bo'lishi mumkin.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Javob yengil qoladi, qo'shimcha so'rov kerak emas.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related.py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ModelSerializer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379" y="3112189"/>
            <a:ext cx="5367363" cy="16781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1683" y="313047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13047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StringRelatedField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29829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29829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46611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46611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63393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63393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380175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80175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kategoriya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396957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396957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137391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137391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305210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305210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PostSerializer2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ModelSerializer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65379" y="4454741"/>
            <a:ext cx="5367363" cy="16781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1683" y="4473029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473029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SlugRelatedField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64084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64084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slug_field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nom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80866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80866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97648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97648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14430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14430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31212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31212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3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47994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47994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64776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64776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kategoriya</a:t>
            </a:r>
            <a:r>
              <a:rPr sz="9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3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SlugRelatedField queryset bilan yozish uchun ham ishlaydi: "kategoriya": "Texnologiya"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70/96 — Bog'lanishlar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O'qish va yozish uchun turli serializer eng toza yechim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Nested serializer o'qishda qulay, yozishda murakkab.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Yechim: o'qish uchun nested, yozish uchun id.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get_serializer_class() bilan amalga qarab tanlanadi.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Yoki bitta serializer'da ikki maydon: kategoriya va kategoriya_id.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ikki serializer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PostOqishSerializer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09791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214876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23316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read_only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36841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50367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63892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377418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390943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04468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17994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PostYozishSerializer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31519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45045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458570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472095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485621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1683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2579" y="499146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1683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2579" y="512672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1683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22579" y="526197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select_related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1683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2579" y="539722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1683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22579" y="553248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65379" y="5649448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211683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22579" y="566773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get_serializer_class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1683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22579" y="580299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action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list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retrieve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1683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22579" y="593824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PostOqishSerializer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1683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22579" y="607349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PostYozishSerializer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70/96 — Bog'lanishlar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Bog'langan modellar uchun API yozamiz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blog/serializers.py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" y="375589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postlar_soni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IntegerField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source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postlar.count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read_only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postlar_soni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A6A76"/>
                </a:solidFill>
                <a:latin typeface="DejaVu Sans Mono"/>
              </a:rPr>
              <a:t># O'qish uchun — to'liq obyekt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8952" y="510843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read_only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A6A76"/>
                </a:solidFill>
                <a:latin typeface="DejaVu Sans Mono"/>
              </a:rPr>
              <a:t># Yozish uchun — faqat id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" y="551419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kategoriya_id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PrimaryKeyRelatedField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source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write_only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8952" y="619046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StringRelatedField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read_only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matn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kategoriya_id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GET  → {"kategoriya": {"id":1, "nom":"IT"}}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POST → {"sarlavha":"…", "kategoriya_id": 1}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7-satr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source="postlar.count" — teskari bog'lanish bo'ylab hisoblash (55-dars: related_name).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17-satr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read_only — o'qishda to'liq obyekt, kirishda e'tiborsiz.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20-satr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kategoriya_id — yozish uchun. source bilan asl maydonga bog'landi.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25-satr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StringRelatedField — muallifning __str__ i (username) chiqadi.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70/96 — Bog'lanishlar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Standart ModelSerializer'da ForeignKey qanday chiqadi?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41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4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41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3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8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133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38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133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38" b="0" i="0">
                <a:solidFill>
                  <a:srgbClr val="FFFFFF"/>
                </a:solidFill>
                <a:latin typeface="DejaVu Sans Mono"/>
              </a:rPr>
              <a:t>ModelSerializer</a:t>
            </a:r>
            <a:r>
              <a:rPr sz="133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3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69853"/>
            <a:ext cx="219456" cy="241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4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69853"/>
            <a:ext cx="5525847" cy="241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3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3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8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133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11290"/>
            <a:ext cx="219456" cy="241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4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11290"/>
            <a:ext cx="5525847" cy="241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38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13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8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052727"/>
            <a:ext cx="219456" cy="241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4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052727"/>
            <a:ext cx="5525847" cy="241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3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38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13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8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3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38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13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3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33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38" b="0" i="0">
                <a:solidFill>
                  <a:srgbClr val="6EC27A"/>
                </a:solidFill>
                <a:latin typeface="DejaVu Sans Mono"/>
              </a:rPr>
              <a:t>kategoriya</a:t>
            </a:r>
            <a:r>
              <a:rPr sz="133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338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{"nom": "IT"}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 (faqat id)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"IT"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null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70/96 — Bog'lanishlar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StringRelatedField'siz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.../api/postlar/1/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StringRelatedField bilan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.../api/postlar/1/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{"id":1,"sarlavha":"Django","kategoriya":3}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{"id":1,"sarlavha":"Django","kategoriya":"Texnologiya"}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Standart holda faqat id qaytdi — client kategoriya nomini bilish uchun yana so'rov yuborishi kerak. StringRelatedField __str__ natijasini berdi — bitta so'rov yetdi.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70/96 — Bog'lanishlar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nested serializer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81562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81562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ModelSerializer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13869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13869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KategoriyaSerializer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_________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446176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446176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78483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678483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kategoriya_id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____________________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10790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910790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143097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143097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kategoriya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375404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375404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__________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607711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607711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840018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840018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072325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072325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304632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304632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536939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536939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kategoriya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kategoriya_id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Faqat chiqishda ko'rinadi — read_…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id bo'yicha bog'lanish maydoni — PrimaryKey…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Asl model maydoniga ishora — 6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Faqat kirishda — write_… 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70/96 — Bog'lanishlar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ModelSerializer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41487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41487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81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54558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54558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67629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67629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kategoriya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kategoriya ni StringRelatedField qiling.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Nested KategoriyaSerializer ga o'zgartiring.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Yozish uchun kategoriya_id maydonini qo'shing.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70/96 — Bog'lanishlar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ForeignKey'ni StringRelatedField bilan ko'rsating.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Nested serializer yozib, to'liq obyektni qaytaring.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O'qish va yozish uchun turli serializer ishlatib, get_serializer_class() ni sozlang.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70/96 — Bog'lanishlar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kategoriya = KategoriyaSerializer()  # read_only yo'q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kategoriya = KategoriyaSerializer(read_only=True)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read_only'siz DRF yozishda ham nested obyekt kutadi va xato beradi.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nested serializer, select_related yo'q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queryset = Post.objects.select_related('kategoriya')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Har post uchun alohida so'rov ketadi — N+1 muammosi.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fields = ['kategoriya_id']  # source yo'q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kategoriya_id = ...(source='kategoriya')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source'siz DRF modelda kategoriya_id maydonini qidiradi.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70/96 — Bog'lanishlar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Standart holda ForeignKey qanday chiqadi?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StringRelatedField nima ko'rsatadi?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read_only nima qiladi?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401 va 403 farqi nima?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69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JWT payload shifrlanganmi?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68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70/96 — Bog'lanishlar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Standart holda ForeignKey faqat id bo'lib chiqadi.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StringRelatedField/SlugRelatedField — yengil, nested serializer — to'liq.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Nested ishlatsangiz select_related qo'shing — N+1 muammosidan qochish uchun.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70/96 — Bog'lanishlar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Bog'langan modellar uchun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69: Permissions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67: Auth 1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58: Templates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Bog'lanishlar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Bir postda bir nechta teg bo'lishi mumkin, bir teg ko'p postda. Buni API'da qanday ifodalaymiz?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70: Bog'lanishlar 1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DRF</cp:category>
</cp:coreProperties>
</file>