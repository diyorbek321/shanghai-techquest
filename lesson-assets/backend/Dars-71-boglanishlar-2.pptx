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71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Bog'lanishlar 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DRF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6-oy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24-hafta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Many-to-Many munosabatlar va SerializerMethodField — hisoblanadigan maydonlar.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M2M munosabatni model va API'da yoza olasiz.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M2M maydonini serializer'da to'g'ri ko'rsata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SerializerMethodField bilan hisoblanadigan maydon qo'sha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prefetch_related bilan so'rovlarni optimallashtira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«Bog'lanishlar 1»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ForeignKey API'da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(Bog'langan modellar uchun API…)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ManyToManyField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Ko'p-ko'p munosabat (45-dars).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through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Bog'lovchi jadvalni o'zingiz belgilash.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SerializerMethodField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Metod natijasini maydon qilib qaytarish.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get_&lt;maydon&gt;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SerializerMethodField uchun metod nomi.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prefetch_related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M2M uchun so'rovlarni birlashtirish.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N+1 muammosi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Har obyekt uchun alohida so'rov ketishi.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ManyToManyField bog'lovchi jadvalni o'zi yasaydi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45-darsda qo'lda yozgan uchinchi jadvalni Django o'zi qiladi.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post.teglar.all() — postning teglari.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teg.postlar.all() — tegdagi postlar (related_name).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add(), remove(), set() bilan boshqariladi.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models.py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models.py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1281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1281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Teg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6296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6296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nom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50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unique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1311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1311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6327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6327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__str__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1342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1342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nom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86358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86358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01373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01373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16388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16388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31404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31404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sarlavha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CharField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max_length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065379" y="4445909"/>
            <a:ext cx="536736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211683" y="446419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2579" y="446419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teglar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ManyToManyField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65379" y="4596063"/>
            <a:ext cx="5367363" cy="1501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211683" y="461435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61435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Teg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related_name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postlar</a:t>
            </a:r>
            <a:r>
              <a:rPr sz="832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32" b="0" i="0">
                <a:solidFill>
                  <a:srgbClr val="FFFFFF"/>
                </a:solidFill>
                <a:latin typeface="DejaVu Sans Mono"/>
              </a:rPr>
              <a:t>blank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32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32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76450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76450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491465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491465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064813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064813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Ishlatish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214967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214967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post.teglar.add(teg1, teg2)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365121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365121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post.teglar.remove(teg1)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515275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515275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post.teglar.set([teg1, teg3])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211683" y="5665429"/>
            <a:ext cx="219456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9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22579" y="5665429"/>
            <a:ext cx="4763859" cy="1501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32" b="0" i="0">
                <a:solidFill>
                  <a:srgbClr val="6A6A76"/>
                </a:solidFill>
                <a:latin typeface="DejaVu Sans Mono"/>
              </a:rPr>
              <a:t># teg.postlar.count()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M2M serializer'da many=True bilan ko'rsatiladi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Standart holda id'lar massivi: [1, 3, 5].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StringRelatedField(many=True) — nomlar massivi.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Nested serializer(many=True) — to'liq obyektlar.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Yozishda id'lar massivi yuboriladi.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m2m.py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2115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A6A76"/>
                </a:solidFill>
                <a:latin typeface="DejaVu Sans Mono"/>
              </a:rPr>
              <a:t># O'qish — nomlar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261360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27964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teglar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StringRelatedField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43814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read_only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59664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75513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6A6A76"/>
                </a:solidFill>
                <a:latin typeface="DejaVu Sans Mono"/>
              </a:rPr>
              <a:t># Yozish — id'lar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65379" y="3895344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11683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391363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teg_idlar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PrimaryKeyRelatedField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07212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23062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Teg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38912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source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teglar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54761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write_only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70611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required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86460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02310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18160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34009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49859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teglar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65708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teg_idlar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5800" y="6144768"/>
            <a:ext cx="108200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GET → "teglar": ["python", "django"] ; POST → "teg_idlar": [1, 2]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SerializerMethodField — modelda yo'q, lekin javobda kerak maydon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get_&lt;maydon_nomi&gt;(self, obj) metodi yoziladi.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Har doim read_only.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Hisoblangan qiymat: teglar soni, qisqacha matn, holat.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Ehtiyot bo'ling: har obyekt uchun chaqiriladi.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method_field.py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014586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014586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65379" y="3192660"/>
            <a:ext cx="5367363" cy="1963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211683" y="3210948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2579" y="3210948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teglar_soni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SerializerMethodField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1683" y="3407310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407310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qisqacha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SerializerMethodField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1683" y="3603672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2579" y="3603672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1683" y="3800034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800034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3996396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3996396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192758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192758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teglar_soni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389120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389120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qisqacha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585482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585482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65379" y="4763556"/>
            <a:ext cx="5367363" cy="1963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211683" y="4781844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4781844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get_teglar_soni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1683" y="4978206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978206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teglar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174568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174568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5370930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5370930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get_qisqacha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567292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567292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matn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088" b="0" i="0">
                <a:solidFill>
                  <a:srgbClr val="C9A961"/>
                </a:solidFill>
                <a:latin typeface="DejaVu Sans Mono"/>
              </a:rPr>
              <a:t>100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…</a:t>
            </a:r>
            <a:r>
              <a:rPr sz="1088" b="0" i="0">
                <a:solidFill>
                  <a:srgbClr val="6EC27A"/>
                </a:solidFill>
                <a:latin typeface="DejaVu Sans Mono"/>
              </a:rPr>
              <a:t>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M2M munosabatli endpointni to'liq yozamiz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blog/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serializers.py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rest_framework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nom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TegSerializer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read_only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teg_idlar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PrimaryKeyRelatedField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source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teglar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write_only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required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False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58952" y="537894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teglar_soni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SerializerMethodField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StringRelatedField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read_only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matn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teglar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teg_idlar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teglar_soni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get_teglar_soni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teglar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58952" y="7001988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5" name="TextBox 74"/>
          <p:cNvSpPr txBox="1"/>
          <p:nvPr/>
        </p:nvSpPr>
        <p:spPr>
          <a:xfrm>
            <a:off x="905256" y="702027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216152" y="702027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validate_teg_idlar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5256" y="715553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216152" y="715553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05256" y="729078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33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216152" y="729078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ValidationError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5256" y="742603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216152" y="742603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Ko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pi bilan 5 ta teg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05256" y="756129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35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216152" y="756129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qiymat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5256" y="769654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216152" y="769654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5256" y="783180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6152" y="783180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05256" y="796705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38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216152" y="796705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05256" y="810230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39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216152" y="810230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viewsets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ModelViewSet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05256" y="823756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216152" y="823756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objects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5256" y="837281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41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216152" y="837281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select_related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muallif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758952" y="8489782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8" name="TextBox 97"/>
          <p:cNvSpPr txBox="1"/>
          <p:nvPr/>
        </p:nvSpPr>
        <p:spPr>
          <a:xfrm>
            <a:off x="905256" y="850807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16152" y="850807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   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prefetch_related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teglar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905256" y="864332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43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216152" y="864332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serializer_class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PostSerializer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3" name="Rectangle 102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TextBox 103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many=True — M2M uchun SHART. Ro'yxat qaytaradi.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7" name="Rectangle 106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8" name="TextBox 107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19-satr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SerializerMethodField — modelda yo'q maydon.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1" name="Rectangle 110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2" name="TextBox 111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31-satr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validate_&lt;maydon&gt; — 65-darsdagi naqsh, M2M uchun ham ishlaydi.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5" name="Rectangle 114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TextBox 115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42-satr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prefetch_related — M2M uchun. select_related FK uchun. N+1 dan qutqaradi.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100 ta post bor, har birida teglar. prefetch_related'siz nechta SQL so'rov ketadi?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6A6A76"/>
                </a:solidFill>
                <a:latin typeface="DejaVu Sans Mono"/>
              </a:rPr>
              <a:t># serializer teglarni ham chiqaradi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 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2 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101 ta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10 000 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179594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179594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from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django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db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import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connection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397014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397014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614434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614434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all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1854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1854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    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049274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049274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connection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queries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66694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66694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484114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484114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connection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queries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clear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01534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01534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7AB8E0"/>
                </a:solidFill>
                <a:latin typeface="DejaVu Sans Mono"/>
              </a:rPr>
              <a:t>list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918954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918954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prefetch_related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teglar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10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]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136374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136374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many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data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353794"/>
            <a:ext cx="219456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353794"/>
            <a:ext cx="4876641" cy="2174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len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connection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queries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11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2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Birinchi holda: 1 ta post so'rovi + har post uchun teglar so'rovi = 11 ta. prefetch_related bilan: 1 ta post + 1 ta barcha teglar = 2 ta. Bu N+1 muammosi.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M2M serializer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5102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5102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teglar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TegSerializer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read_only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E5C87A"/>
                </a:solidFill>
                <a:latin typeface="DejaVu Sans Mono"/>
              </a:rPr>
              <a:t>True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3939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3939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52775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52775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teglar_soni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______________________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71612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71612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90448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90448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09285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09285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28122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28122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teglar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teglar_soni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46958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46958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65795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65795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4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___________________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4846319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4846319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4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obj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teglar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count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034685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034685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223051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223051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" y="5411417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5411417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6A6A76"/>
                </a:solidFill>
                <a:latin typeface="DejaVu Sans Mono"/>
              </a:rPr>
              <a:t># views.py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599783"/>
            <a:ext cx="219456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14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5599783"/>
            <a:ext cx="5742249" cy="188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44" b="0" i="0">
                <a:solidFill>
                  <a:srgbClr val="FFFFFF"/>
                </a:solidFill>
                <a:latin typeface="DejaVu Sans Mono"/>
              </a:rPr>
              <a:t>queryset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Post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objects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44" b="0" i="0">
                <a:solidFill>
                  <a:srgbClr val="FFFFFF"/>
                </a:solidFill>
                <a:latin typeface="DejaVu Sans Mono"/>
              </a:rPr>
              <a:t>________________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teglar</a:t>
            </a:r>
            <a:r>
              <a:rPr sz="1044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4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Rectangle 42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M2M uchun ro'yxat ekanini bildiruvchi parametr.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Hisoblanadigan maydon turi — Serializer… 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Metod nomi get_ bilan boshlanadi va maydon nomi bilan tugaydi.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M2M optimizatsiyasi — prefetch_… 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PostSerializer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serializers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ModelSerializer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41487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41487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181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Meta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754558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754558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model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Post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967629"/>
            <a:ext cx="219456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21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967629"/>
            <a:ext cx="4876641" cy="2130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81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fields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id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sarlavha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181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teglar</a:t>
            </a:r>
            <a:r>
              <a:rPr sz="1181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181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teglar ni StringRelatedField(many=True) qiling.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teglar_soni SerializerMethodField qo'shing.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queryset'ga prefetch_related qo'shing va so'rovlar sonini solishtiring.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M2M munosabatli model yozing (Post ↔ Teg).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Serializer'da M2M ni to'g'ri ko'rsating (o'qish va yozish).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SerializerMethodField va prefetch_related qo'shing, so'rovlar sonini o'lchang.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teglar = TegSerializer(read_only=True)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teglar = TegSerializer(many=True, read_only=True)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M2M uchun many=True shart — aks holda xato chiqadi.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queryset = Post.objects.select_related('teglar')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queryset = Post.objects.prefetch_related('teglar')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select_related faqat FK uchun. M2M uchun prefetch_related.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teglar_soni(self, obj):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get_teglar_soni(self, obj):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SerializerMethodField metodi get_ bilan boshlanishi shart.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M2M serializer'da nima yozilishi shart?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SerializerMethodField metodi qanday nomlanadi?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select_related va prefetch_related farqi nima?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Nested serializer'da read_only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70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has_object_permission qachon chaqiriladi?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69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M2M serializer'da many=True SHART. O'qish uchun nested, yozish uchun id'lar.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SerializerMethodField — modelda yo'q maydon. Metod nomi get_&lt;maydon&gt;.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FK uchun select_related, M2M uchun prefetch_related — N+1 muammosidan qochish.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DRF · Dars 71/96 — Bog'lanishlar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M2M munosabatli endpoint yozish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70: Bog'lanishlar 1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68: Auth 2 (JWT)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Dars 59: Forms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937"/>
              </a:spcAft>
            </a:pPr>
            <a:r>
              <a:rPr sz="125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25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REST API loyiha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Barcha qismlarni bilamiz. Endi o'z REST API loyihamizni boshlaymiz — nimadan boshlaymiz?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71: Bog'lanishlar 2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DRF</cp:category>
</cp:coreProperties>
</file>