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Modullar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Modul — boshqalar yozib qo'ygan tayyor kod. Har safar g'ildirakni qayta ixtiro qilish shart emas.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import bilan modul ulay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math moduli funksiyalarini ishlata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random bilan tasodifiy son va tanlov hosil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import ning 3 xil shaklini farqlay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«Funksiyalar 3»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*args, **kwargs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(O'zgaruvchan sonli argumentlarni qo'shuvchi funksiya…)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Tayyor funksiyalar to'plami bo'lgan .py fayl.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import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Butun modulni ulaydi. Ishlatish: x.funksiya()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from x import 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y ni ulaydi. Ishlatish: y()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import x as 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Qisqa nom bilan ulaydi.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Standart kutubxona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bilan birga keladigan modullar.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random.choice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Ro'yxatdan tasodifiy element tanlaydi.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import ning uchta shakli bor — vaziyatga qarab tanlanadi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import math → math.sqrt(16). Qayerdan kelgani ko'rinadi.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from math import sqrt → sqrt(16). Qisqaroq.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import math as m → m.sqrt(16). Uzun nomlar uchun.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from math import * — TAVSIYA ETILMAYDI, chalkashlik keltiradi.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import.py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153541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1718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1718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4423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4423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sqrt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7128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128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3.14159...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833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833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235577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25386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5386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sqrt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2437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2437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sqrt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9488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9488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5047104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506539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06539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33590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33590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ceil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4.2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math moduli matematik amallarni tayyor holda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sqrt(x) — kvadrat ildiz.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ceil(x) — yuqoriga yaxlitlash, floor(x) — pastga.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pi, e — doimiylar.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pow(x, y) — daraja (** bilan bir xil).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math.py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5968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5968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9095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9095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sqrt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C9A961"/>
                </a:solidFill>
                <a:latin typeface="DejaVu Sans Mono"/>
              </a:rPr>
              <a:t>81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9.0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2222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2222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ceil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C9A961"/>
                </a:solidFill>
                <a:latin typeface="DejaVu Sans Mono"/>
              </a:rPr>
              <a:t>4.1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5350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5350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floor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C9A961"/>
                </a:solidFill>
                <a:latin typeface="DejaVu Sans Mono"/>
              </a:rPr>
              <a:t>4.9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48477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8477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7AB8E0"/>
                </a:solidFill>
                <a:latin typeface="DejaVu Sans Mono"/>
              </a:rPr>
              <a:t>round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C9A961"/>
                </a:solidFill>
                <a:latin typeface="DejaVu Sans Mono"/>
              </a:rPr>
              <a:t>4.567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4.57 (built-in)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71604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71604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3.141592653589793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random moduli o'yin va simulyatsiya uchun asosiy vosita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randint(a, b) — a dan b gacha butun son. IKKALASI ham kiradi!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choice(royxat) — bitta tasodifiy element.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shuffle(royxat) — ro'yxatni aralashtiradi (o'z ichida).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sample(royxat, k) — k ta takrorlanmas element.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random.py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1995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1995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7378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7378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609330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627618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627618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407" b="0" i="0">
                <a:solidFill>
                  <a:srgbClr val="6A6A76"/>
                </a:solidFill>
                <a:latin typeface="DejaVu Sans Mono"/>
              </a:rPr>
              <a:t># 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881452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81452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3528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3528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variantlar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tosh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qaychi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qog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oz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370832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choice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variantlar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4295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4295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96788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96788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karta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50622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50622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shuffle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karta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5386168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540445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40445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karta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Diqqat: randint(1, 6) — 6 ham chiqadi. range(1, 6) da esa 6 chiqmaydi.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«Tosh-qaychi-qog'oz» o'yinini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tosh_qaychi.py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0530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4795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VARIANTLAR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tosh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qaychi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qog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oz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372310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6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9059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YUTUQ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tosh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qaychi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qaychi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qog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oz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3324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qog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oz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tosh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7589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3800248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5256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81853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siz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tosh / qaychi / qog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oz: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lower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396118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0382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siz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VARIANTLAR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24647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Noto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g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ri variant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8912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4513478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256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3176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bot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choice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VARIANTLAR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67441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Bot: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bot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1705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5970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siz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bot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0235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Durrang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" y="5226708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5256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4499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YUTUQ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siz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bot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8764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Siz yutdingiz!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028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7293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Bot yutdi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Dict bilan qoidalarni saqlash — uzun if zanjiridan ancha qisqa.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strip().lower() — foydalanuvchi xatosidan himoya.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choice() ro'yxatdan bitta tasodifiy element tanlaydi.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YUTUQ[siz] == bot — «meniki botnikini yengadimi?»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random.randint(1, 3) qaysi sonlarni chiqarishi mumkin?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 yoki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1, 2 yoki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0, 1 yoki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 yoki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4755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4755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7AB8E0"/>
                </a:solidFill>
                <a:latin typeface="DejaVu Sans Mono"/>
              </a:rPr>
              <a:t>range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1094"/>
            <a:ext cx="219456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1094"/>
            <a:ext cx="4876641" cy="266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7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6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147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7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2 1 3 3 1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randint(1, 3) — 1, 2 va 3 ni beradi. Ikkala chegara ham kiradi. Bu range(1, 3) dan farq qiladi — u faqat 1 va 2 berardi. Natija har safar boshqacha.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zar o'yini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68530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68530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14502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14502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0474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0474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zar1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06446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06446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zar2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52418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52418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98390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98390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zar1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 + 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zar2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 = 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zar1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zar2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44362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44362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90334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90334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FFFFFF"/>
                </a:solidFill>
                <a:latin typeface="DejaVu Sans Mono"/>
              </a:rPr>
              <a:t>gaplar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Zo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r!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Yaxshi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Yana urinib ko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ring</a:t>
            </a:r>
            <a:r>
              <a:rPr sz="136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236306"/>
            <a:ext cx="219456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236306"/>
            <a:ext cx="5742249" cy="245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3" b="0" i="0">
                <a:solidFill>
                  <a:srgbClr val="FFFFFF"/>
                </a:solidFill>
                <a:latin typeface="DejaVu Sans Mono"/>
              </a:rPr>
              <a:t>gaplar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6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modulni ulaydigan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 va 3-bo'sh joy: oraliqdan butun son beradigan funksiya.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joy: ro'yxatdan tasodifiy element tanlaydi.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Tasodifiy parol generatori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parol += random.choice(BELGILAR)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har qadamda belgi tanlash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182112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90672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import random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90672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modul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94176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785616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694176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94176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BELGILAR = "abcdefgh12345678"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694176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belgilar to'plami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389120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297680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97680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for i in range(8):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297680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sikl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01184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992624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901184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901184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parol = ""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901184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bo'sh parol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0468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59612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50468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print(f"Parol: {parol}")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50468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natija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randint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Ikkita zar tashlab, yig'indisini chiqaring.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random.choice bilan tasodifiy ism tanlang.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math.sqrt bilan zarlar yig'indisining ildizini hisoblang.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Zar tashlash dasturi: 1–6 oralig'ida son chiqarsin.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«Tosh-qaychi-qog'oz» o'yinini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5 ta tasodifiy sondan iborat ro'yxat yasab, math bilan ularning ildizlarini chiqaring.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print(sqrt(16))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import math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print(math.sqrt(16))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Modul ulanmasa funksiya topilmaydi — NameError.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import math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print(sqrt(16))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import math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print(math.sqrt(16))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import math bilan ulasangiz — math. prefiksi shart.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random.randint(1, 6)  # 6 chiqmaydi deb o'ylash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random.randint(1, 6)  # 6 ham chiqadi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randint ikkala chegarani ham oladi — range'dan farqi shu.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import va from import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randint(1, 6) qaysi sonlarni beradi?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random.choice()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*args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return'siz funksiya nima qaytaradi?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Modul — tayyor kod. import bilan ulanadi, uch xil shakli bor.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math — matematik amallar. random — tasodifiy son va tanlov.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randint(a, b) ikkala chegarani oladi, range(a, b) esa b ni olmaydi.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19/96 — Modullar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random bilan 'tosh-qaychi-qog'oz' o'yini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18: Funksiyalar 3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16: Funksiyalar 1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7: Shartli operatorlar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Modullar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Bugungi sanani va vaqtni bilish kerak. Buni ham modul bilan qilamizmi?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19: Modullar 1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