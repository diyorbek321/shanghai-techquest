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Filtrlash &amp; Pagination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22-hafta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Pagination, filtrlash va qidiruv — API'ni haqiqiy ishga yaroqli qiladigan uch narsa.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Pagination sozlab, javobni sahifalarga bo'la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django-filter bilan filtrlash qo'sha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SearchFilter bilan qidiruv qo'sha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OrderingFilter bilan tartiblash bera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«CRUD API 2»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PUT, PATCH, DELETE (update, delete)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(To'liq CRUD API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Pagination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Natijani sahifalarga bo'lish.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PageNumberPagination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?page=2 uslubidagi sahifalash.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LimitOffsetPagination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?limit=10&amp;offset=20 uslubi.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filterset_fields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Aniq maydon bo'yicha filtr.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search_fields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Matnli qidiruv maydonlari.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ordering_fields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Tartiblash mumkin bo'lgan maydonlar.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Paginationsiz API katta ma'lumotda ishlamay qoladi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100 000 yozuvni bitta javobda yuborish — server ham, client ham qotadi.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Pagination javobni bo'laklarga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Javobda count, next, previous maydonlari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settings.py da global sozlanadi.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settings.py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config/settings.py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DEFAULT_PAGINATION_CLASS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rest_framework.pagination.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PageNumberPagination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389534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PAGE_SIZE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Javob shakli: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  "count": 137,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  "next": "http://.../postlar/?page=2",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  "previous": null,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  "results": [ … 20 ta …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django-filter aniq maydon bo'yicha filtrlashni avtomatlashtiradi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pip install django-filter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INSTALLED_APPS ga "django_filters" qo'shiladi.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filterset_fields — qaysi maydon bo'yicha filtrlash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?kategoriya=1&amp;chop_etilgan=true — avtomatik ishlaydi.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filter.py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settings.py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INSTALLED_APPS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django_filters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DEFAULT_FILTER_BACKENDS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django_filters.rest_framework.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DjangoFilterBackend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65379" y="5293836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filterset_fields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chop_etilgan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A6A76"/>
                </a:solidFill>
                <a:latin typeface="DejaVu Sans Mono"/>
              </a:rPr>
              <a:t># → /api/postlar/?kategoriya=1&amp;chop_etilgan=true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SearchFilter matnli qidiruv, OrderingFilter esa tartiblash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search_fields — bir nechta maydon bo'ylab qidiradi.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?search=django — hamma ko'rsatilgan maydonda qidiradi.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ordering_fields — foydalanuvchi tartiblay 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?ordering=-yaratilgan — kamayish tartibida.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filters.py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0530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0530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django_filters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4795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4795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DjangoFilterBackend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9059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9059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3324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3324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7589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7589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81853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81853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6118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6118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10382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10382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24647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24647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filter_backends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8912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8912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DjangoFilterBackend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53176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53176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filters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SearchFilter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67441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67441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filters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OrderingFilter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81705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81705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95970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95970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filterset_fields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65379" y="5084062"/>
            <a:ext cx="536736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211683" y="510235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10235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search_fields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5379" y="5226708"/>
            <a:ext cx="536736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11683" y="524499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4499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ordering_fields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38764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38764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ordering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-yaratilgan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3028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3028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67293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67293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/api/postlar/?search=django&amp;ordering=-yaratilgan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API'ga qidiruv, filtr va sahifalash qo'shamiz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blog/views.py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pagination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PageNumberPagination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django_filters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DjangoFilterBackend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PostPagination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PageNumberPagination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page_size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page_size_query_param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hajm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" y="470267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max_page_size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" y="537894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select_related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pagination_class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PostPagination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filter_backends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DjangoFilterBackend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SearchFilter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OrderingFilter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filterset_fields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search_fields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ordering_fields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8952" y="713724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ordering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-yaratilgan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/api/postlar/?search=django&amp;kategoriya=1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           &amp;ordering=-yaratilgan&amp;page=2&amp;hajm=50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page_size_query_param — client sahifa hajmini o'zgartira oladi.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max_page_size — lekin cheksiz emas. Himoya.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19-satr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select_related — filtrlashdan oldin optimizatsiya (56-dars).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32-satr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ordering — standart tartib. Client o'zgartirmasa shu ishlaydi.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PAGE_SIZE = 20 bo'lsa va 137 ta post bo'lsa, birinchi javobda nechta natija keladi?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GET /api/postlar/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137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42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42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2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3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42" b="0" i="0">
                <a:solidFill>
                  <a:srgbClr val="6EC27A"/>
                </a:solidFill>
                <a:latin typeface="DejaVu Sans Mono"/>
              </a:rPr>
              <a:t>'.../api/postlar/?search=django&amp;page=1'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{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  "count": 37,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  "next": ".../api/postlar/?page=2&amp;search=django",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  "previous": null,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  "results": [ … 20 ta post … 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count — qidiruvga mos jami natija (37 ta). results — shu sahifadagi 20 tasi. next — keyingi sahifa havolasi. Client shu havolani ishlatib davom etadi.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filtr va qidiruv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9811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98114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33572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33572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9030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69030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04488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04488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filter_backends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3994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39946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DjangoFilterBackend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filters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____________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610862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610862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filters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______________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46320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46320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81778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81778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________________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31723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317236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_____________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55269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552694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_______________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Matnli qidiruv backend'i — Search…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Tartiblash backend'i — Ordering…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Aniq maydon filtri — filterset_…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Qidiruv maydonlari — search_…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8259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8259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48102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48102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search_fields qo'shing va ?search= bilan sinang.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filterset_fields qo'shing.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O'z pagination class'ingizni yozing (page_size = 10).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API'ga pagination qo'shing va javob shaklini ko'ring.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Qidiruv (search) va tartiblash (ordering)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django-filter o'rnatib, 2 ta maydon bo'yicha filtrlash qo'shing.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filterset_fields = ["kategoriya"]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filter_backends yo'q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filter_backends = [DjangoFilterBackend]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filterset_fields = [...]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Backend ko'rsatilmasa (yoki global sozlanmasa) filtr ishlamaydi.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search_fields = "sarlavha"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search_fields = ["sarlavha"]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Ro'yxat bo'lishi kerak.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pagination'siz katta jadval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REST_FRAMEWORK = {"PAGE_SIZE": 20, ...}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Paginationsiz API 100 000 yozuvni bitta javobda yuborishga urinadi.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Pagination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search_fields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?ordering=-yaratilgan nimani anglatadi?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PATCH va PUT farqi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POST 201 mi 200 mi qaytaradi?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Pagination — majburiy. Javobda count, next, previous, results bo'ladi.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filterset_fields — aniq maydon, search_fields — matnli qidiruv, ordering_fields — tartiblash.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filter_backends ro'yxatini ko'rsatishni unutmang.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66/96 — Filtrlash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API'ga qidiruv va sahifalash qo'shish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65: CRUD API 2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63: ViewSets &amp; Routers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54: Views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Auth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Hozir istalgan odam post o'chira oladi. Kim ekanini qanday bilamiz?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66: Filtrlash &amp; Pagination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DRF</cp:category>
</cp:coreProperties>
</file>