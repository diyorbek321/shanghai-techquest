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Celery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Celery — uzoq ishlarni fon rejimiga o'tkazish. Foydalanuvchi kutmaydi.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Background task g'oyasini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Celery va broker rolini ayta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@shared_task bilan vazifa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Vazifani view'dan ishga tushira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«Redis &amp; Caching»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Redis nima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(API'ga caching qo'shish…)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Background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Fonda, so'rovdan alohida bajariladigan 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Celery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uchun taqsimlangan vazifa navbati.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Broker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Vazifalar navbati. Odatda Redis yoki RabbitMQ.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Vazifalarni bajaruvchi alohida jarayon.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@shared_task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Vazifa e'lon qilish dekoratori.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.delay()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Vazifani navbatga qo'yish.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Uzoq ish so'rov ichida bajarilsa — foydalanuvchi kutib qoladi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Email yuborish, rasm qayta ishlash, hisobot — sekin ishlar.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Ular so'rov ichida bajarilsa — javob 5 soniya kechikadi.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vazifani navbatga qo'yib, darhol javob berish.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Worker uni fonda bajaradi.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sinxron vs asinxron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✗ Sinxron — foydalanuvchi 3 s kutadi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POST /api/register/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user yaratildi (50 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email yuborildi (3000 ms)  ← kutish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201 javob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✓ Asinxron — 60 ms da javob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POST /api/register/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user yaratildi (50 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email vazifasi navbatga (10 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→ 201 javob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[worker fonda] → email yuboradi (3000 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Celery uch qismdan iborat: ilova, broker va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ilovasi vazifani BROKER'ga qo'yadi.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Worker broker'dan olib bajaradi.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Broker odatda Redis (77-darsda o'rnatgan edik).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Worker alohida terminal/jarayon sifatida ishlaydi.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celery sozlash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config/celery.py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Celery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setdefault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DJANGO_SETTINGS_MODULE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config.settings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3895346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app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config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app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config_from_object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django.conf:settings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namespace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CELERY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302905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app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autodiscover_tasks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config/__init__.py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app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celery_app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__all__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celery_app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CELERY_BROKER_URL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REDIS_URL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CELERY_RESULT_BACKEND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REDIS_URL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@shared_task va .delay() — vazifa yozish va ishga tushirish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@shared_task — oddiy funksiyani vazifaga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vazifa.delay(arg) — navbatga qo'yadi, darhol qaytadi.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Argumentlar JSON'ga aylantiriladi — OBYEKT emas, ID yuboring.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bind=True + retry — xato bo'lsa qayta urinish.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tasks.py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blog/tasks.py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shared_task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send_mail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62063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@shared_task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xush_kelibsiz_email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send_mail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Xush kelibsiz!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Salom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admin@shanghaischool.uz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tasks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xush_kelibsiz_email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5379" y="578470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xush_kelibsiz_email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delay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← ID!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user.id yuborildi, user OBYEKTI emas — obyekt JSON'ga aylanmaydi.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Fon vazifasi (email) sozlab, ishga tushiramiz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blog/tasks.py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shared_task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utils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get_task_logger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send_mail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get_task_logger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@shared_task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bind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max_retries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default_retry_delay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60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mavzu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"""Email yuboradi, xato bo'lsa 3 marta urinadi."""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DoesNotExist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warning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User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topilmadi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user_yoq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send_mail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mavzu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admin@shanghaischool.uz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fail_silently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Exception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xato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logger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Email xatosi: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xato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xato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yuborildi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Ishga tushirish (terminal)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celery -A config worker -l info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Chaqirish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email_yubor.delay(user.id, "Salom", "Matn")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bind=True — self orqali vazifaning o'ziga murojaat. retry uchun shart.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default_retry_delay=60 — xato bo'lsa 1 daqiqadan keyin qayta urinadi.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self.retry — vazifani navbatga qaytaradi. 3 urinishdan keyin to'xtaydi.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Worker ALOHIDA terminalda ishlaydi. Django serveri bilan bir vaqtda.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.delay() chaqirilganda vazifa qachon bajariladi?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delay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davom etdi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Darhol, kutib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Fonda, worker tomonidan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qachon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Server qayta ishga tushganda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6A6A76"/>
                </a:solidFill>
                <a:latin typeface="DejaVu Sans Mono"/>
              </a:rPr>
              <a:t># 1-terminal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-A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worker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-l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7945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7945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6A6A76"/>
                </a:solidFill>
                <a:latin typeface="DejaVu Sans Mono"/>
              </a:rPr>
              <a:t># 2-terminal (shell)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67788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67788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from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blog.tasks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import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email_yubor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27631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27631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email_yubor.delay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,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6EC27A"/>
                </a:solidFill>
                <a:latin typeface="DejaVu Sans Mono"/>
              </a:rPr>
              <a:t>'Salom'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,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6EC27A"/>
                </a:solidFill>
                <a:latin typeface="DejaVu Sans Mono"/>
              </a:rPr>
              <a:t>'Matn'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887474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887474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print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n.id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# 2-terminal: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c8f2a1e4-9b3d-4e7a-8c1f-2d5e9a7b3c4d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# 1-terminal (worker):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[INFO] Task blog.tasks.email_yubor[c8f2a1e4] received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[INFO] Task blog.tasks.email_yubor[c8f2a1e4] succeeded in 2.84s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delay() darhol qaytdi va vazifa ID'sini berdi. Worker esa fonda 2.84 soniya ishladi. Foydalanuvchi bu vaqtni umuman sezmadi.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fon vazifasi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celery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C9A961"/>
                </a:solidFill>
                <a:latin typeface="DejaVu Sans Mono"/>
              </a:rPr>
              <a:t>@___________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send_mail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a@b.uz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views.py — navbatga qo'yish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Worker ishga tushirish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celery -A config ______ -l info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Vazifa e'lon qiladigan dekorator — shared_…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Navbatga qo'yish metodi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Obyekt emas, uning identifikatori yuboriladi.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Vazifalarni bajaruvchi jarayon nomi — 6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A961"/>
                </a:solidFill>
                <a:latin typeface="DejaVu Sans Mono"/>
              </a:rPr>
              <a:t>@shared_task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user_id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bind=True va max_retries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try/except bilan xatoni tuting va retry qiling.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logger bilan natijani yozib boring.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Celery sozlab, worker'ni ishga tushiring.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Oddiy fon vazifasi yozing va .delay() bilan chaqiring.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Email yuborish vazifasini retry bilan yozing.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email_yubor.delay(user)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email_yubor.delay(user.id)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Obyekt JSON'ga aylanmaydi. ID yuboring, vazifa ichida qayta oling.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email_yubor(user.id)  # delay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email_yubor.delay(user.id)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delay()'siz vazifa SINXRON bajariladi — foydalanuvchi kutadi.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worker ishga tushirilmagan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celery -A config worker -l 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Worker ishlamasa vazifalar navbatda to'planib qoladi.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Background task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Broker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obyekt emas, ID yuboriladi?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Cache TTL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.env Git'ga kiradimi?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Uzoq ishni so'rov ichida bajarmang — navbatga qo'ying, darhol javob bering.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Celery = ilova + broker (Redis) + worker (alohida jarayon).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@shared_task bilan e'lon, .delay() bilan navbatga. Argumentda ID yuboring, obyekt emas.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78/96 — 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Fon vazifasi (email) sozlash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77: Redis &amp; Caching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75: Debugging &amp; TDD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66: Filtrlash &amp; Pagination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Docker asoslari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Loyihangiz sizning kompyuteringizda ishlaydi. Do'stingiznikida ishlamaydi. «Menda ishlayapti-ku» muammosini qanday hal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78: Celery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</cp:category>
</cp:coreProperties>
</file>