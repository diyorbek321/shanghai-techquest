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Loyiha rejasi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Yakuniy loyiha boshlanadi. Bu — sizning portfolio vitrinangiz va birinchi ish suhbatingizning asosi.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 g'oyasini to'g'ri tanlay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Talablarni yig'ib, hujjatlashtira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User story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MVP doirasini belgilay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«Deploy &amp; CI/CD»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Deploy: Railway/Render/DigitalOcean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(6-oy loyihasini internetga chiqarish…)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Minimal ishlaydigan mahsulot. Eng kichik foydali versiya.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User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«… sifatida men … qilishni xohlayman, chunki 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 doirasi. Nima kiradi, nima kirmaydi.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Scope creep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Doiraning nazoratsiz kengayishi.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Acceptance criteria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Vazifa tayyor deb hisoblanish sharti.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Bajarilishi kerak bo'lgan vazifalar ro'yxati.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Yaxshi portfolio loyihasi katta emas — u TUGALLANGAN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Yarim tayyor «Instagram klon» — hech kimga qiziq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To'liq ishlaydigan kichik loyiha — ancha kuchli.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Test, hujjat, deploy — hammasi bo'lsin.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O'zingizga qiziq mavzuni tanlang — oxirigacha yetkazasiz.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g'oya tanlash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4478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4478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✓ YAXSHI G'OYALAR (MVP sifatida real)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7102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7102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Kitob kutubxonasi (band qilish, qaytarish)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9726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9726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Kurs boshqaruvi (talaba, dars, davomat)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2351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2351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Xarajat kuzatuvchi (kategoriya, hisobot)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4975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4975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Retsept API (qidiruv, teg, sevimli)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599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599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Vazifa menejeri (jamoa, deadline)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224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224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2848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2848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✗ XAVFLI G'OYALAR (MVP'ga sig'maydi)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54727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54727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«Instagram klon»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80970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80970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«Marketplace + to'lov + dostavka»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0721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0721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· «AI chat-bot + tavsiya tizimi»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User story funksiyani foydalanuvchi tomonidan tasvirlaydi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«KIM sifatida, NIMA qilishni xohlayman, NIMA UCHUN».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texnik yechim emas — ehtiyoj haqida.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story uchun acceptance criteria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 ro'yxat — sizning backlog'ingiz.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user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US-01  Ro'yxatdan o'tish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Mehmon sifatida men akkaunt yaratmoqchiman,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chunki kitob band qilmoqchiman.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Email va parol bilan ro'yxatdan o'tiladi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Parol kamida 8 belgi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Email takrorlanmaydi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US-02  Kitob qidirish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O'quvchi sifatida men kitobni nomi bo'yicha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qidirmoqchiman, chunki tez topmoqchiman.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Nom bo'yicha qisman qidiruv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Muallif bo'yicha filtr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Sahifalash (20 tadan)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US-03  Band qilish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O'quvchi sifatida men kitobni band qilmoqchiman.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Faqat bo'sh kitob band qilinadi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✓ Bir o'quvchi 3 tadan ko'p band qilolmaydi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MVP — «bo'lishi shart» va «bo'lsa yaxshi» ni ajratish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MUST — busiz loyiha ma'nosiz.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SHOULD — muhim, lekin keyin.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COULD — vaqt qolsa.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WON'T — bu versiyada YO'Q. Buni yozib qo'ying!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MoSCoW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MUST (1-2 hafta)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Auth (register, login, JWT)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Kitoblar 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Qidiruv va filtr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Band qilish / qaytarish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SHOULD (agar vaqt bo'lsa)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Band qilish tarixi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Email xabarnoma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COULD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Reyting va sharhlar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WON'T (bu versiyada YO'Q)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To'lov tizimi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Mobil ilova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· Tavsiya algoritmi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talablari hujjatini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docs/talablar.md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Kutubxona boshqaruv tizimi —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1. Muammo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Maktab kutubxonasida kitoblar daftarga yozib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boriladi. Kim qaysi kitobni olganini topish qiyin,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muddati o'tganlarni kuzatib bo'lmaydi.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2. Yechim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Kitoblarni qidirish, band qilish va qaytarishni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boshqaradigan REST API.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3. Foydalanuvchilar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O'quvchi — qidiradi, band qiladi, qaytaradi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Kutubxonachi — kitob qo'shadi, tahrirlaydi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4. User stories (MVP)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ID | Story | Ustuvorlik 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|----|-------|-----------|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US-01 | Ro'yxatdan o'tish | MUST |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US-02 | Login (JWT) | MUST |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US-03 | Kitob qidirish | MUST |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US-04 | Kitob band qilish | MUST |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US-05 | Kitobni qaytarish | MUST |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US-06 | Kitob qo'shish (admin) | MUST |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US-07 | Band qilish tarixi | SHOULD |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| US-08 | Muddat eslatmasi (email) | COULD |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5. Doiradan tashqarida (WON'T)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To'lov, jarima hisoblash, mobil ilova, chat.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6. Texnologiyalar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 5 · DRF · PostgreSQL · Redis · Celery 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 · pytest · GitHub Actions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7. Muvaffaqiyat mezoni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Barcha MUST story ishlaydi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Test coverage ≥ 80%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" y="794876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Swagger hujjati mavjud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Internetda ochiq va ishlaydi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Muammodan boshlang — «nima uchun» eng muhim savol.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Jadval shaklida — o'qish oson, ustuvorlik ko'rinib turadi.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WON'T ni YOZIB QO'YING — bu scope creep'dan himoya.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38-satr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O'lchanadigan mezon — «tayyor» degani nima ekanini aniqlaydi.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Portfolio uchun qaysi loyiha kuchliroq?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A: Yarim tayyor «Instagram klon» (30 ta model)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0847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0847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B: To'liq ishlaydigan kitob API (5 ta model,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53278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53278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   test + hujjat + deploy)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 — kattaroq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 — tugallangan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 bir xil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 ham yaramaydi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6A6A76"/>
                </a:solidFill>
                <a:latin typeface="DejaVu Sans Mono"/>
              </a:rPr>
              <a:t># Loyiha rejasi tayyor bo'lgach: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7309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7309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kutubxona-api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kutubxona-api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46202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46202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55095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55095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63988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63988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6A6A76"/>
                </a:solidFill>
                <a:latin typeface="DejaVu Sans Mono"/>
              </a:rPr>
              <a:t># talablar.md yozildi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2881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2881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'docs: loyiha talablari'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81774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81774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--oneline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Initialized empty Git repository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[main (root-commit) a3f9c2e] docs: loyiha talablari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1 file changed, 42 insertions(+)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a3f9c2e docs: loyiha talablari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commit — KOD emas, HUJJAT. Bu to'g'ri tartib: avval nima qurayotganingizni bilib oling, keyin quring.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user story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US-04  Kitob band qilish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__________ sifatida men ____________,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chunki _____________.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Acceptance criteria: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✓ ______________________________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✓ ______________________________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Ustuvorlik: 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Birinchi bo'sh joy — KIM (foydalanuvchi roli).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Ikkinchisi — NIMA qilmoqchi.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Uchinchisi — NIMA UCHUN (sabab).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Ustuvorlik: MUST / SHOULD / COULD / WON'T.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Loyiha: kitob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Funksiyalar: hamma narsa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5 ta user story yozing (KIM-NIMA-NIMA UCHUN).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biriga acceptance criteria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MoSCoW bilan ustuvorlik bering va WON'T ro'yxatini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 g'oyangizni tanlab, muammo va yechimni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6-8 ta user story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talablar hujjatini yozib, Git'ga commit qiling.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Loyiha: «Instagram klon»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Loyiha: kitob band qilish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Juda katta g'oya 3 haftada tugamaydi — yarim tayyor qoladi.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WON'T ro'yxati yozilmadi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## WON'T: to'lov, chat, mobil ilova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Chegara yozilmasa loyiha cheksiz o'sadi (scope creep).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«Foydalanuvchi login qila oladi»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«O'quvchi sifatida men login qilmoqchiman, chunki…»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User story SABABNI ham aytishi kerak — u qaror qabul qilishga yordam beradi.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MVP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User story qanday yoziladi?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WON'T ro'yxati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CI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check --deploy nima tekshiradi?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Portfolio uchun katta emas, TUGALLANGAN loyiha kerak.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User story: KIM sifatida, NIMA qilmoqchiman, NIMA UCHUN.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MoSCoW bilan doirani belgilang. WON'T ro'yxatini albatta yozing.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85/96 — Loyiha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g'oyasi va talablar hujjati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84: Deploy &amp; CI/CD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82: Server asoslari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73: Test asoslari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DB dizayn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Talablar tayyor. Endi ma'lumot qanday saqlanishini loyihalash kerak — nimadan boshlaymiz?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85: Loyiha rejasi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