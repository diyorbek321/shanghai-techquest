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Inheritance (meros)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Inheritance — umumiy qismni bir marta yozib, hamma joyda ishlatish. Django'ning butun arxitekturasi shunga qurilgan.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Bir class'dan boshqasini meros qilib ola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super() ning vazifasini tushuntira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Ota va bola class munosabatini ko'rsata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Metodni bola class'da qayta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«Amaliyot: modellashtirish»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Real dunyo ob'ektlarini class bilan modellashtirish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('Hayvon' yoki 'Telefon' classini yaratish…)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Inheritance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Meros. Bir class boshqasining hammasini oladi.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Ota (parent)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Meros beruvchi class. Base class ham deyiladi.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Bola (child)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Meros oluvchi class. Subclass ham deyiladi.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class B(A)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 — A dan meros oladi.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super()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Ota class'ga murojaat qilish.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Override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Ota metodini bola class'da qayta yozish.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Bola class otasining barcha atribut va metodlarini avtomatik 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class Talaba(Odam): — Talaba, Odam dan meros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Odam'dagi hamma narsa Talaba'da ham bor.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Talaba o'ziga xos qo'shimchalar qo'shishi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«is-a» munosabati: Talaba — bu Odam.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meros.py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Salom, men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549140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5379" y="5440680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988" b="0" i="0">
                <a:solidFill>
                  <a:srgbClr val="6A6A76"/>
                </a:solidFill>
                <a:latin typeface="DejaVu Sans Mono"/>
              </a:rPr>
              <a:t># meros olindi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988" b="0" i="0">
                <a:solidFill>
                  <a:srgbClr val="6A6A76"/>
                </a:solidFill>
                <a:latin typeface="DejaVu Sans Mono"/>
              </a:rPr>
              <a:t># bu ham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Talaba ichida hech nima yozilmadi — lekin hammasi ishlaydi.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super() ota class'ning __init__ ini chaqiradi — takrorlashning oldini 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Bola o'z __init__ ini yozsa, otanikini o'zi chaqirishi kerak.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super().__init__(...) — ota konstruktorini ishlatadi.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 bola o'z atributlarini qo'shadi.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super()'siz — ota atributlari umuman o'rnatilmaydi.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super.py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57461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477839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Backend-1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9-satr bo'lmasa t.ism ga murojaat qilganda AttributeError chiqadi.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Bola class ota metodini qayta yozishi mumkin — bu override deyiladi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xil nomdagi metod bola class'da yozilsa — u ustun turadi.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Ota versiyasi ham kerak bo'lsa: super().metod()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Django'da get_queryset, save kabi metodlarda har kuni ishlatiladi.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Keyingi darsda polimorfizm sifatida chuqurroq ko'ramiz.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override.py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271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271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6677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6677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7084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7084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Salom, men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4903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4903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78965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78965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8302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8302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268801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28708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8708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472863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49115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49115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asos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695213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695213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asos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 guruhidanman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899275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899275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10333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10333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0739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0739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Backend-1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51146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51146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«Odam → Talaba → Stipendiat» meros zanjirini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meros_zanjiri.py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yosh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Stipendiat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miqdor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" y="578470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stipendiya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miqdor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" y="632571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40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BE-1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Stipendiat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BE-1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500000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Talaba → Odam ning __init__ ini chaqiradi.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super().__str__() — otaning versiyasini olib, ustiga qo'shadi.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22-satr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Stipendiat → Talaba dan meros. Zanjir uch qavat.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26-satr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Uch xil obyekt bir siklda — har biri o'z __str__ ini ishlatdi.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B.f() otaning f() sini chaqirib «A» oldi, ustiga «B» qo'shdi. super()'siz yozilsa faqat «B» chiqardi — ota versiyasi butunlay almashardi.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10-satr nima uchun xato beradi?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Buni tuzatish uchun 7-satrdan oldin nima yozish kerak?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 ning __init__ ini butunlay olib tashlasak nima bo'ladi?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super().__init__(x) va A.__init__(self, x) — farqi bormi?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meros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Hayvon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Mushuk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rang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rang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Mushuk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Kichkina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oq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rang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qavs ichida ota class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ota class'ga murojaat qiladigan funksiya.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konstruktor nomi.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Odam → Talaba meros zanjiri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class Talaba(Odam):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bola 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04457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095897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04457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04457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class Odam: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04457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ota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1746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613186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521746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1746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def __init__(self, ism):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521746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ota konstruktori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39035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130475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039035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039035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self.ism = 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039035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ota atributi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56324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647764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556324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56324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def __init__(self, ism, guruh):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556324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bola konstruktori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73613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165053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073613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73613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super().__init__(ism)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073613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otani chaqirish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590902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3816" y="5682342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3816" y="5590902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590902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self.guruh = guruh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4186" y="5590902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6 · o'z atributi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Odam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Talaba'ga guruh atributini qo'shing (super() bilan).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Odam'ga salomlash() metodini qo'shib, Talaba'da override qiling.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Talaba'dan yana bir class meros oling.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Odam → Talaba meros zanjirini yarating.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Hayvon → Mushuk → Sher zanjirini yozing, har birida ovoz() metodi bo'lsin.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Shakl → Kvadrat / Doira: har biri yuza() ni o'zicha hisoblasin.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B(A):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__init__(self, x, y):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self.y = 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B(A):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__init__(self, x, y):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super().__init__(x)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self.y = 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super() chaqirilmasa ota atributlari o'rnatilmaydi.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super.__init__(x)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super().__init__(x)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super — funksiya, chaqirilishi kerak: super()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Talaba(Odam)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Talaba(Odam):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class satri oxirida ikki nuqta shart.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Inheritance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super()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Override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__str__ nima qaytarishi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Metod va atribut farqi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class B(A) — B, A ning barcha atribut va metodlarini oladi.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Bola o'z __init__ ini yozsa — super().__init__() ni chaqirishi SHART.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Override — ota metodini qayta yozish. super() bilan asl versiyani ham olsa bo'ladi.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28/96 — Inheritance (meros)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'Odam' → 'Talaba' meros zanjirini tuzish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27: Amaliyot: modellashtirish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25: Class va Object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16: Funksiyalar 1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Encapsulation &amp; Abstraction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Bank hisobidagi balansni tashqaridan istalgancha o'zgartirish mumkin. Buni qanday himoyalaymiz?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28: Inheritance (meros)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OOP</cp:category>
</cp:coreProperties>
</file>