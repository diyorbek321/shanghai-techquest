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JSON va CSV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Python chuqurroq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34056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2-oy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75304" y="4846320"/>
            <a:ext cx="946404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8-hafta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JSON — dastur va internetning umumiy tili. Dict'ni faylga saqlab, qayta o'qish.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23/96 — JSON va 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JSON formatini o'qiy va uning tuzilishini tushuntira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json.dump / json.load bilan fayl bilan ishlay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json.dumps / json.loads bilan matn bilan ishlay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CSV faylni o'qiy va yoza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23/96 — JSON va 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«Fayllar bilan ishlash»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Fayl o'qish/yozish: open, read, write, with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(Matnni faylga saqlab, keyin o'qib chiqaruvchi dastur…)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23/96 — JSON va 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JavaScript Object Notation — ma'lumot almashish formati.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json.dump(d, f)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Dict'ni faylga yozadi.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json.load(f)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Fayldan o'qib, dict qaytaradi.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dumps / loads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s = string. Fayl emas, matn bilan ishlaydi.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ensure_ascii=False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O'zbekcha harflar o'qiladigan holda qolsin.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CSV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Vergul bilan ajratilgan jadval. Excel ochadi.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23/96 — JSON va 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JSON — dict'ning matnli ko'rinishi, deyarli bir xil yoziladi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Kalitlar HAR DOIM qo'shtirnoqda (dict'da shart emas edi).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true/false/null — Python'da True/False/None.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Faqat: matn, son, bool, null, list, obyekt saqlanadi.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Tuple va set JSON'da yo'q — list'ga aylanadi.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json vs dict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# JSON fayl (data.json)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222013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222013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{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481370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481370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  "ism": "Ali",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740727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740727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  "yosh": 15,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000084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000084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  "faol": true,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259441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259441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  "fanlar": ["matem", "fizika"]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518798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518798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778155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778155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5037512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5037512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# Python'dagi ekvivalenti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5296869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5296869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{"ism": "Ali", "yosh": 15, "faol": True,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5556226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556226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 "fanlar": ["matem", "fizika"]}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23/96 — JSON va 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dump faylga yozadi, load fayldan o'qiydi — «s» bo'lsa matn bilan ishlaydi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json.dump(malumot, fayl) — faylga yozadi.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json.load(fayl) — fayldan dict o'qiydi.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json.dumps(malumot) — matn qaytaradi (s = string).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json.loads(matn) — matndan dict.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json_fayl.py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232770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232770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425495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425495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618220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618220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talaba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ism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Ali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yosh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C9A961"/>
                </a:solidFill>
                <a:latin typeface="DejaVu Sans Mono"/>
              </a:rPr>
              <a:t>15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810945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810945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003670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003670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E5C87A"/>
                </a:solidFill>
                <a:latin typeface="DejaVu Sans Mono"/>
              </a:rPr>
              <a:t>with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7AB8E0"/>
                </a:solidFill>
                <a:latin typeface="DejaVu Sans Mono"/>
              </a:rPr>
              <a:t>open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t.json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w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encoding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utf-8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65379" y="4178107"/>
            <a:ext cx="5367363" cy="1927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211683" y="4196395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196395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json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dump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talaba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ensure_ascii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68" b="0" i="0">
                <a:solidFill>
                  <a:srgbClr val="E5C87A"/>
                </a:solidFill>
                <a:latin typeface="DejaVu Sans Mono"/>
              </a:rPr>
              <a:t>False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indent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68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389120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389120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4581845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581845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E5C87A"/>
                </a:solidFill>
                <a:latin typeface="DejaVu Sans Mono"/>
              </a:rPr>
              <a:t>with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7AB8E0"/>
                </a:solidFill>
                <a:latin typeface="DejaVu Sans Mono"/>
              </a:rPr>
              <a:t>open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t.json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encoding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utf-8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65379" y="4756282"/>
            <a:ext cx="5367363" cy="1927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11683" y="4774570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774570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oqildi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json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load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967295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967295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5160020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5160020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oqildi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ism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5352745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5352745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68" b="0" i="0">
                <a:solidFill>
                  <a:srgbClr val="7AB8E0"/>
                </a:solidFill>
                <a:latin typeface="DejaVu Sans Mono"/>
              </a:rPr>
              <a:t>type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oqildi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      </a:t>
            </a:r>
            <a:r>
              <a:rPr sz="1068" b="0" i="0">
                <a:solidFill>
                  <a:srgbClr val="6A6A76"/>
                </a:solidFill>
                <a:latin typeface="DejaVu Sans Mono"/>
              </a:rPr>
              <a:t># dict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indent=2 — chiroyli chekinish bilan yozadi. ensure_ascii=False — o'zbekcha harflar o'qiladi.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23/96 — JSON va 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CSV — jadvalli ma'lumot uchun. Excel bilan ham ochiladi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Har satr — bir qator, vergul bilan ustunlarga bo'linadi.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csv.reader — satrlarni ro'yxat qilib beradi.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csv.DictReader — har satrni dict qilib beradi (qulayroq).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newline="" berish shart — bo'sh qatorlardan saqlaydi.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csv.py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02627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02627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27406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27406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52185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52185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E5C87A"/>
                </a:solidFill>
                <a:latin typeface="DejaVu Sans Mono"/>
              </a:rPr>
              <a:t>with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7AB8E0"/>
                </a:solidFill>
                <a:latin typeface="DejaVu Sans Mono"/>
              </a:rPr>
              <a:t>open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t.csv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w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newline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76964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76964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FFFFFF"/>
                </a:solidFill>
                <a:latin typeface="DejaVu Sans Mono"/>
              </a:rPr>
              <a:t>          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encoding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utf-8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65379" y="3999147"/>
            <a:ext cx="5367363" cy="247790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211683" y="401743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401743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yozuvchi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csv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writer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426522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26522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yozuvchi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writerow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ism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yosh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51301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51301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yozuvchi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writerow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Ali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C9A961"/>
                </a:solidFill>
                <a:latin typeface="DejaVu Sans Mono"/>
              </a:rPr>
              <a:t>15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476080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76080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500859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500859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E5C87A"/>
                </a:solidFill>
                <a:latin typeface="DejaVu Sans Mono"/>
              </a:rPr>
              <a:t>with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7AB8E0"/>
                </a:solidFill>
                <a:latin typeface="DejaVu Sans Mono"/>
              </a:rPr>
              <a:t>open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t.csv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encoding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utf-8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65379" y="5238097"/>
            <a:ext cx="5367363" cy="247790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11683" y="525638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25638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74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qator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csv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DictReader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550417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550417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374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qator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ism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qator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yosh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23/96 — JSON va 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Kontaktlarni JSON faylga saqlaydigan dastur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kontaktlar.py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FAYL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kontaktlar.json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yukla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"""Fayldan o'qiydi, fayl yo'q bo'lsa bo'sh dict."""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" y="4026400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not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path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exists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FAYL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with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open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FAYL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encoding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utf-8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952" y="4432162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json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load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saqla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malumot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with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open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FAYL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w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encoding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utf-8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8952" y="5108432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json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dump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malumot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ensure_ascii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False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indent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kontaktlar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yukla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8952" y="564944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kontaktlar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Ism: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Raqam: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saqla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kontaktlar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Saqlandi. Jami: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len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kontaktlar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 ta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9-satr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Fayl bormi tekshirish — birinchi ishga tushirishda fayl hali yo'q.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12-satr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json.load fayldan to'g'ridan-to'g'ri dict qaytaradi.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Rectangle 72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17-satr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indent=2 fayl chiroyli ko'rinishi uchun — odam ham o'qiy oladi.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21-satr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Yuklash → o'zgartirish → saqlash. Bu naqsh butun kursda takrorlanadi.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23/96 — JSON va 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json.load() nima turdagi qiymat qaytaradi?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with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open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t.json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json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load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type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str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dict (yoki list)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file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json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23/96 — JSON va 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176878"/>
            <a:ext cx="219456" cy="266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176878"/>
            <a:ext cx="4876641" cy="266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76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443217"/>
            <a:ext cx="219456" cy="266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443217"/>
            <a:ext cx="4876641" cy="266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76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709556"/>
            <a:ext cx="219456" cy="266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709556"/>
            <a:ext cx="4876641" cy="266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76" b="0" i="0">
                <a:solidFill>
                  <a:srgbClr val="FFFFFF"/>
                </a:solidFill>
                <a:latin typeface="DejaVu Sans Mono"/>
              </a:rPr>
              <a:t>d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6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6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147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76" b="0" i="0">
                <a:solidFill>
                  <a:srgbClr val="6EC27A"/>
                </a:solidFill>
                <a:latin typeface="DejaVu Sans Mono"/>
              </a:rPr>
              <a:t>ism</a:t>
            </a:r>
            <a:r>
              <a:rPr sz="147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76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76" b="0" i="0">
                <a:solidFill>
                  <a:srgbClr val="6EC27A"/>
                </a:solidFill>
                <a:latin typeface="DejaVu Sans Mono"/>
              </a:rPr>
              <a:t>Ali</a:t>
            </a:r>
            <a:r>
              <a:rPr sz="147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76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76" b="0" i="0">
                <a:solidFill>
                  <a:srgbClr val="6EC27A"/>
                </a:solidFill>
                <a:latin typeface="DejaVu Sans Mono"/>
              </a:rPr>
              <a:t>yosh</a:t>
            </a:r>
            <a:r>
              <a:rPr sz="147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76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6" b="0" i="0">
                <a:solidFill>
                  <a:srgbClr val="C9A961"/>
                </a:solidFill>
                <a:latin typeface="DejaVu Sans Mono"/>
              </a:rPr>
              <a:t>15</a:t>
            </a:r>
            <a:r>
              <a:rPr sz="1476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975895"/>
            <a:ext cx="219456" cy="266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975895"/>
            <a:ext cx="4876641" cy="266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76" b="0" i="0">
                <a:solidFill>
                  <a:srgbClr val="FFFFFF"/>
                </a:solidFill>
                <a:latin typeface="DejaVu Sans Mono"/>
              </a:rPr>
              <a:t>matn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6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json</a:t>
            </a:r>
            <a:r>
              <a:rPr sz="147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dumps</a:t>
            </a:r>
            <a:r>
              <a:rPr sz="147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d</a:t>
            </a:r>
            <a:r>
              <a:rPr sz="1476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ensure_ascii</a:t>
            </a:r>
            <a:r>
              <a:rPr sz="1476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76" b="0" i="0">
                <a:solidFill>
                  <a:srgbClr val="E5C87A"/>
                </a:solidFill>
                <a:latin typeface="DejaVu Sans Mono"/>
              </a:rPr>
              <a:t>False</a:t>
            </a:r>
            <a:r>
              <a:rPr sz="147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242234"/>
            <a:ext cx="219456" cy="266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242234"/>
            <a:ext cx="4876641" cy="266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76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7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matn</a:t>
            </a:r>
            <a:r>
              <a:rPr sz="147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508573"/>
            <a:ext cx="219456" cy="266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508573"/>
            <a:ext cx="4876641" cy="266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76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7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76" b="0" i="0">
                <a:solidFill>
                  <a:srgbClr val="7AB8E0"/>
                </a:solidFill>
                <a:latin typeface="DejaVu Sans Mono"/>
              </a:rPr>
              <a:t>type</a:t>
            </a:r>
            <a:r>
              <a:rPr sz="147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matn</a:t>
            </a:r>
            <a:r>
              <a:rPr sz="1476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7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74912"/>
            <a:ext cx="219456" cy="266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774912"/>
            <a:ext cx="4876641" cy="266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76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5041251"/>
            <a:ext cx="219456" cy="266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5041251"/>
            <a:ext cx="4876641" cy="266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76" b="0" i="0">
                <a:solidFill>
                  <a:srgbClr val="FFFFFF"/>
                </a:solidFill>
                <a:latin typeface="DejaVu Sans Mono"/>
              </a:rPr>
              <a:t>qayta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6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json</a:t>
            </a:r>
            <a:r>
              <a:rPr sz="147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loads</a:t>
            </a:r>
            <a:r>
              <a:rPr sz="147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matn</a:t>
            </a:r>
            <a:r>
              <a:rPr sz="147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307590"/>
            <a:ext cx="219456" cy="266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5307590"/>
            <a:ext cx="4876641" cy="266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76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7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76" b="0" i="0">
                <a:solidFill>
                  <a:srgbClr val="7AB8E0"/>
                </a:solidFill>
                <a:latin typeface="DejaVu Sans Mono"/>
              </a:rPr>
              <a:t>type</a:t>
            </a:r>
            <a:r>
              <a:rPr sz="147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qayta</a:t>
            </a:r>
            <a:r>
              <a:rPr sz="1476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7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{"ism": "Ali", "yosh": 15}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&lt;class 'str'&gt;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&lt;class 'dict'&gt;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dumps dict'ni MATNGA aylantirdi (s = string). loads esa matnni qayta dict'ga qaytardi. Fayl bilan ishlash uchun s'siz variant — dump/load.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23/96 — JSON va 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dict'ni saqlab, o'qisin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7338"/>
            <a:ext cx="219456" cy="256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7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7338"/>
            <a:ext cx="5742249" cy="256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19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223350"/>
            <a:ext cx="219456" cy="256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7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223350"/>
            <a:ext cx="5742249" cy="256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1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479362"/>
            <a:ext cx="219456" cy="256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7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479362"/>
            <a:ext cx="5742249" cy="256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19" b="0" i="0">
                <a:solidFill>
                  <a:srgbClr val="FFFFFF"/>
                </a:solidFill>
                <a:latin typeface="DejaVu Sans Mono"/>
              </a:rPr>
              <a:t>d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1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19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14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19" b="0" i="0">
                <a:solidFill>
                  <a:srgbClr val="6EC27A"/>
                </a:solidFill>
                <a:latin typeface="DejaVu Sans Mono"/>
              </a:rPr>
              <a:t>ism</a:t>
            </a:r>
            <a:r>
              <a:rPr sz="14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19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19" b="0" i="0">
                <a:solidFill>
                  <a:srgbClr val="6EC27A"/>
                </a:solidFill>
                <a:latin typeface="DejaVu Sans Mono"/>
              </a:rPr>
              <a:t>Aziza</a:t>
            </a:r>
            <a:r>
              <a:rPr sz="14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1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19" b="0" i="0">
                <a:solidFill>
                  <a:srgbClr val="6EC27A"/>
                </a:solidFill>
                <a:latin typeface="DejaVu Sans Mono"/>
              </a:rPr>
              <a:t>yosh</a:t>
            </a:r>
            <a:r>
              <a:rPr sz="14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19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19" b="0" i="0">
                <a:solidFill>
                  <a:srgbClr val="C9A961"/>
                </a:solidFill>
                <a:latin typeface="DejaVu Sans Mono"/>
              </a:rPr>
              <a:t>16</a:t>
            </a:r>
            <a:r>
              <a:rPr sz="1419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735374"/>
            <a:ext cx="219456" cy="256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7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735374"/>
            <a:ext cx="5742249" cy="256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1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91386"/>
            <a:ext cx="219456" cy="256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7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991386"/>
            <a:ext cx="5742249" cy="256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19" b="0" i="0">
                <a:solidFill>
                  <a:srgbClr val="E5C87A"/>
                </a:solidFill>
                <a:latin typeface="DejaVu Sans Mono"/>
              </a:rPr>
              <a:t>with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19" b="0" i="0">
                <a:solidFill>
                  <a:srgbClr val="7AB8E0"/>
                </a:solidFill>
                <a:latin typeface="DejaVu Sans Mono"/>
              </a:rPr>
              <a:t>open</a:t>
            </a:r>
            <a:r>
              <a:rPr sz="141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19" b="0" i="0">
                <a:solidFill>
                  <a:srgbClr val="6EC27A"/>
                </a:solidFill>
                <a:latin typeface="DejaVu Sans Mono"/>
              </a:rPr>
              <a:t>t.json</a:t>
            </a:r>
            <a:r>
              <a:rPr sz="14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1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19" b="0" i="0">
                <a:solidFill>
                  <a:srgbClr val="6EC27A"/>
                </a:solidFill>
                <a:latin typeface="DejaVu Sans Mono"/>
              </a:rPr>
              <a:t>_</a:t>
            </a:r>
            <a:r>
              <a:rPr sz="14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1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encoding</a:t>
            </a:r>
            <a:r>
              <a:rPr sz="141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19" b="0" i="0">
                <a:solidFill>
                  <a:srgbClr val="6EC27A"/>
                </a:solidFill>
                <a:latin typeface="DejaVu Sans Mono"/>
              </a:rPr>
              <a:t>utf-8</a:t>
            </a:r>
            <a:r>
              <a:rPr sz="14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1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19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419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247398"/>
            <a:ext cx="219456" cy="256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7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247398"/>
            <a:ext cx="5742249" cy="256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19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json</a:t>
            </a:r>
            <a:r>
              <a:rPr sz="141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____</a:t>
            </a:r>
            <a:r>
              <a:rPr sz="141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d</a:t>
            </a:r>
            <a:r>
              <a:rPr sz="141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41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ensure_ascii</a:t>
            </a:r>
            <a:r>
              <a:rPr sz="141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19" b="0" i="0">
                <a:solidFill>
                  <a:srgbClr val="E5C87A"/>
                </a:solidFill>
                <a:latin typeface="DejaVu Sans Mono"/>
              </a:rPr>
              <a:t>False</a:t>
            </a:r>
            <a:r>
              <a:rPr sz="141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indent</a:t>
            </a:r>
            <a:r>
              <a:rPr sz="141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19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419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503410"/>
            <a:ext cx="219456" cy="256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7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503410"/>
            <a:ext cx="5742249" cy="256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1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759422"/>
            <a:ext cx="219456" cy="256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7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759422"/>
            <a:ext cx="5742249" cy="256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19" b="0" i="0">
                <a:solidFill>
                  <a:srgbClr val="E5C87A"/>
                </a:solidFill>
                <a:latin typeface="DejaVu Sans Mono"/>
              </a:rPr>
              <a:t>with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19" b="0" i="0">
                <a:solidFill>
                  <a:srgbClr val="7AB8E0"/>
                </a:solidFill>
                <a:latin typeface="DejaVu Sans Mono"/>
              </a:rPr>
              <a:t>open</a:t>
            </a:r>
            <a:r>
              <a:rPr sz="141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19" b="0" i="0">
                <a:solidFill>
                  <a:srgbClr val="6EC27A"/>
                </a:solidFill>
                <a:latin typeface="DejaVu Sans Mono"/>
              </a:rPr>
              <a:t>t.json</a:t>
            </a:r>
            <a:r>
              <a:rPr sz="14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1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encoding</a:t>
            </a:r>
            <a:r>
              <a:rPr sz="141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19" b="0" i="0">
                <a:solidFill>
                  <a:srgbClr val="6EC27A"/>
                </a:solidFill>
                <a:latin typeface="DejaVu Sans Mono"/>
              </a:rPr>
              <a:t>utf-8</a:t>
            </a:r>
            <a:r>
              <a:rPr sz="14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1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19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419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015434"/>
            <a:ext cx="219456" cy="256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7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5015434"/>
            <a:ext cx="5742249" cy="256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19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oqildi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1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json</a:t>
            </a:r>
            <a:r>
              <a:rPr sz="141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____</a:t>
            </a:r>
            <a:r>
              <a:rPr sz="141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419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5271446"/>
            <a:ext cx="219456" cy="256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7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5271446"/>
            <a:ext cx="5742249" cy="256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1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5527458"/>
            <a:ext cx="219456" cy="256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7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5527458"/>
            <a:ext cx="5742249" cy="256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19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1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oqildi</a:t>
            </a:r>
            <a:r>
              <a:rPr sz="1419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4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19" b="0" i="0">
                <a:solidFill>
                  <a:srgbClr val="6EC27A"/>
                </a:solidFill>
                <a:latin typeface="DejaVu Sans Mono"/>
              </a:rPr>
              <a:t>ism</a:t>
            </a:r>
            <a:r>
              <a:rPr sz="14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19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419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1-bo'sh joy: modul nomi — 4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2-bo'sh joy: yozish rejimi.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3-bo'sh joy: faylga yozadigan funksiya (s'siz).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4-bo'sh joy: fayldan o'qiydigan funksiya (s'siz).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23/96 — JSON va 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d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with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open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t.json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w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json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dump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d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indent=2 qo'shing va faylni ochib farqni ko'ring.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Dict ichiga list qo'shing va saqlang.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Faylni load bilan o'qib, yangi kalit qo'shib, qayta saqlang.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23/96 — JSON va 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Dict yaratib, uni JSON faylga saqlang va qayta o'qing.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Talabalar ro'yxatini (list of dict) JSON'ga saqlang.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CSV faylga 3 ta qator yozing va DictReader bilan o'qib chiqaring.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23/96 — JSON va 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json.dump(d, "fayl.json")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with open("fayl.json", "w") as f: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json.dump(d, f)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dump ikkinchi argument sifatida fayl OBYEKTINI kutadi, nom emas.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json.dump(d, f)  # o'zbekcha buziladi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json.dump(d, f, ensure_ascii=False)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Standart holda o'zbekcha harflar \u kodlariga aylanadi.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x = json.loads(f)  # f — fayl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x = json.load(f)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loads matn uchun, load fayl uchun. «s» — string.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23/96 — JSON va 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dump va dumps farqi nima?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ensure_ascii=False nimaga kerak?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JSON'da true va Python'da nima?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with open ning afzalligi nima?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22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requirements.txt nimaga kerak?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23/96 — JSON va 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JSON — dict'ning matnli ko'rinishi. Kalitlar har doim qo'shtirnoqda.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dump/load — fayl bilan. dumps/loads — matn bilan («s» = string).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O'zbekcha uchun ensure_ascii=False, chiroyli ko'rinish uchun indent=2.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23/96 — JSON va 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Ma'lumotlarni JSON faylga saqlash va o'qish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22: Fayllar bilan ishlash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20: Modullar 2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11: List (ro'yxat)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Xatoliklar + Loyiha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Foydalanuvchi raqam o'rniga harf kiritdi va dastur qulab tushdi. Buni qanday oldini olamiz?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23: JSON va CSV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Python chuqurroq</cp:category>
</cp:coreProperties>
</file>