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Modullar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datetime bilan vaqt bilan ishlaymiz va birinchi marta o'z modulimizni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datetime bilan sana va vaqtni ola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Ikki sana orasidagi farqni hisoblay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os moduli bilan fayl tizimini tekshira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Kodni bir necha faylga bo'lib, o'z modulingizni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«Modullar 1»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import, modul tushunchasi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(random bilan 'tosh-qaychi-qog'oz' o'yini…)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datetime.now()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Hozirgi sana va vaqt.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date(y, m, 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Muayyan sana yaratish.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timedelta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Ikki sana farqi. .days bilan kun soni olinadi.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strftime()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Sanani chiroyli matnga aylantirish.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os moduli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Operatsion tizim bilan ishlash: fayl, papka, yo'l.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__name__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Fayl to'g'ridan-to'g'ri ishga tushirilganini bildiradi.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datetime sana va vaqtni to'liq boshqarish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datetime.now() — shu ondagi sana va vaqt.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date(2010, 5, 15) — muayyan sana yaratish.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Ikki sanani ayirsa — timedelta chiqadi, .days bor.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strftime("%d.%m.%Y") — o'zingiz xohlagan formatda.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datetime.py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93033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93033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46867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46867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482413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00701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00701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now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754535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754535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008369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08369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year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month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day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62203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62203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strftime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%d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m.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Y 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H: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16037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16037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69871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69871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tugilgan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2010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C9A961"/>
                </a:solidFill>
                <a:latin typeface="DejaVu Sans Mono"/>
              </a:rPr>
              <a:t>15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023705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023705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bugun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today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5259251"/>
            <a:ext cx="5367363" cy="25383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5277539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77539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FFFFFF"/>
                </a:solidFill>
                <a:latin typeface="DejaVu Sans Mono"/>
              </a:rPr>
              <a:t>farq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bugun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tugilgan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31373"/>
            <a:ext cx="219456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31373"/>
            <a:ext cx="4763859" cy="253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7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farq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7" b="0" i="0">
                <a:solidFill>
                  <a:srgbClr val="FFFFFF"/>
                </a:solidFill>
                <a:latin typeface="DejaVu Sans Mono"/>
              </a:rPr>
              <a:t>days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 kun yashadingiz</a:t>
            </a:r>
            <a:r>
              <a:rPr sz="1407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07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os moduli fayl va papkalar bilan ishlaydi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os.getcwd() — hozirgi papka yo'li.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os.listdir() — papkadagi fayllar ro'yxati.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os.path.exists(yol) — fayl bormi?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os.makedirs(nom) — papka yaratish.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22013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22013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81370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81370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getcwd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40727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40727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listdir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00084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0084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241153"/>
            <a:ext cx="5367363" cy="259357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259441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59441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exists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malumot.txt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518798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518798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Fayl bor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778155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778155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5037512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5037512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Fayl yo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q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296869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296869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556226"/>
            <a:ext cx="219456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556226"/>
            <a:ext cx="4763859" cy="25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os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join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papka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fayl.txt</a:t>
            </a:r>
            <a:r>
              <a:rPr sz="14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3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os.path.join — yo'llarni to'g'ri birlashtiradi. Windows va Linux'da ham ishlaydi.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O'z modulingiz — bu shunchaki boshqa .py fayl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yordamchi.py yarating, ichida funksiya yozing.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Asosiy faylda: import yordamchi yoki from yordamchi import f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Fayl nomi — modul nomi. .py yozilmaydi.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if __name__ == "__main__": — import qilinganda ishlamaydigan qism.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ikki fayl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57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── yordamchi.py ──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10032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__main__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Test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── asosiy.py ──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yordamchi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salomlash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711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salomlash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Aziza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Yoshni kun aniqligida hisoblaydigan dastur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yosh.py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0530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0530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4795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4795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9059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9059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yoshni_hisobla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oy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kun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3324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3324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"""Tug'ilgan sanadan yosh va kunlar sonini qaytaradi."""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657602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67589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7589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tugilgan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oy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kun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81853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81853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bugun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today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6118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6118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" y="4085540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5256" y="410382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0382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kunlar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bugun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tugilgan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28186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24647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24647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kunlar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C9A961"/>
                </a:solidFill>
                <a:latin typeface="DejaVu Sans Mono"/>
              </a:rPr>
              <a:t>365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38912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38912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3176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3176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9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kunlar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67441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67441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1705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1705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5970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5970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Yil: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02350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02350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o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Oy: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44996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44996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Kun: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87642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87642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" y="5512000"/>
            <a:ext cx="6345753" cy="14264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05256" y="5530288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0288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kunlar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yoshni_hisobla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o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72934"/>
            <a:ext cx="219456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6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72934"/>
            <a:ext cx="5742249" cy="142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Siz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 yosh, ya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ni 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90" b="0" i="0">
                <a:solidFill>
                  <a:srgbClr val="FFFFFF"/>
                </a:solidFill>
                <a:latin typeface="DejaVu Sans Mono"/>
              </a:rPr>
              <a:t>kunlar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,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 kun yashadingiz</a:t>
            </a:r>
            <a:r>
              <a:rPr sz="79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9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date() bilan sana obyektini yaratamiz.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Ikki sanani ayirsak timedelta chiqadi. .days — kun soni.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// 365 — taxminiy yosh. Kabisa yillar hisobga olinmagan.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Ikki qiymat qaytdi — unpacking bilan ikkiga bo'ldik.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farq nima turdagi qiymat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2026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2026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farq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farq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days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-9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2026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2026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days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strftime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%d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m.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9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10.01.2026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1-yanvardan 10-yanvargacha 9 kun (10 emas — 1-yanvarning o'zi sanalmaydi). strftime formatni o'zgartirdi.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vaqtni chiroyli chiqarsin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H: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%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Yil: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hozir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moduldan bitta narsani oladigan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hozirgi vaqtni beradigan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formatlash metodi.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yil atributi.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datetime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bugun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today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bugun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Sanani 01.08.2026 ko'rinishida chiqaring (strftime bilan).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Yangi yilgacha necha kun qolganini hisoblang.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Bu kodni funksiyaga o'rab, alohida faylga chiqaring.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Hozirgi sana va vaqtni chiroyli formatda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Tug'ilgan sanani so'rab, yoshni kun aniqligida hisoblang.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yordamchi.py moduli yarating (2–3 funksiya) va uni asosiy fayldan import qilib ishlating.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import datetime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print(datetime.now())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datetime import datetime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print(datetime.now())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datetime — modul ichidagi klass. import datetime bilan datetime.datetime.now() kerak bo'ladi.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yordamchi.py import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yordamchi import 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Modul nomida .py yozilmaydi.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print(bugun - tugilgan)  # kun soni kutilgan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print((bugun - tugilgan).days)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Ayirma timedelta obyekti. Kun soni uchun .days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datetime.now() nima qaytaradi?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Ikki sana ayirmasidan kun sonini qanday olamiz?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O'z modulingizni qanday import qilasiz?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random.choice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*args qanday tur bo'lib keladi?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datetime.now() / date.today() — vaqt va sana. strftime formatlaydi.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Ikki sana ayirmasi — timedelta. Kun soni: (a - b).days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O'z modulingiz — oddiy .py fayl. from fayl_nomi import funksiya.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20/96 — Modullar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Vaqtni ko'rsatuvchi va yosh hisoblovchi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19: Modullar 1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17: Funksiyalar 2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8: Mantiqiy operatorlar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pip va paketlar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Python bilan birga kelmagan kutubxona kerak bo'lsa-chi? Masalan saytdan ma'lumot olish uchun. Uni qayerdan olamiz?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20: Modullar 2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