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Class va Object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9-hafta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OOP — dunyoni obyektlar orqali modellashtirish. Django, DRF va deyarli barcha zamonaviy framework shunga qurilgan.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OOP nima ekanini va nimaga kerakligini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class bilan o'z turingizni yarata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__init__ konstruktorining vazifasini bilasiz.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self nima ekanini o'z so'zingiz bilan tushuntira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«Xatoliklar + Loyiha»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try / except / finally, xato turlari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(To-do loyihasini fayl saqlash bilan yakunlash…)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Class (sinf)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Obyekt yaratish uchun chizma/qolip.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Object (obyekt)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Class asosida yaratilgan aniq nusxa.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__init__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Konstruktor. Obyekt yaratilganda avtomatik ishlaydi.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Obyektning o'ziga ishora. Har metodning 1-parametri.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Atribut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Obyektga tegishli o'zgaruvchi: talaba.ism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Instance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Class'ning bitta nusxasi — obyektning boshqa nomi.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Class — qolip, obyekt esa shu qolipdan yasalgan aniq narsa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Class — «Talaba» tushunchasi. Uning ismi yo'q.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Obyekt — «Ali, 15 yosh». Aniq nusxa.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Bitta class'dan istalgancha obyekt yaratsa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Class nomi CamelCase bilan yoziladi: Talaba, BankHisobi.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class.py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Class — qolip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163829"/>
            <a:ext cx="536736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18211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18211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40157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40157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62102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62102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84048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84048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yosh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05993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05993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27939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27939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49884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49884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Obyektlar — aniq nusxalar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5379" y="4700014"/>
            <a:ext cx="536736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1683" y="471830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71830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65379" y="4919469"/>
            <a:ext cx="536736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1683" y="493775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93775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16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15721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15721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37666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37666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216" b="0" i="0">
                <a:solidFill>
                  <a:srgbClr val="6A6A76"/>
                </a:solidFill>
                <a:latin typeface="DejaVu Sans Mono"/>
              </a:rPr>
              <a:t># Ali 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59612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59612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216" b="0" i="0">
                <a:solidFill>
                  <a:srgbClr val="6A6A76"/>
                </a:solidFill>
                <a:latin typeface="DejaVu Sans Mono"/>
              </a:rPr>
              <a:t># Guli 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a va b — butunlay alohida obyektlar. Biriga tegsangiz ikkinchisi o'zgarmaydi.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__init__ obyekt yaratilishi bilan avtomatik chaqiriladi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Talaba("Ali", 15) yozganda Python o'zi __init__ ni chaqiradi.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Ikki tomonda ham ikkita pastki chiziq: __init__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Vazifasi — obyektning boshlang'ich holatini o'rnatish.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self.ism = ism → «shu obyektning ism atributiga» qiymat beradi.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init.py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05040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05040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Mashina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503568"/>
            <a:ext cx="5367363" cy="21681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521856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521856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yil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738672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38672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Yangi mashina yaratildi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955488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955488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marka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172304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172304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yil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yil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389120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389120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tezlik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2" b="0" i="0">
                <a:solidFill>
                  <a:srgbClr val="6A6A76"/>
                </a:solidFill>
                <a:latin typeface="DejaVu Sans Mono"/>
              </a:rPr>
              <a:t># standart qiymat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605936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605936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822752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822752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5379" y="5021280"/>
            <a:ext cx="5367363" cy="21681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1683" y="5039568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39568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Mashina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Cobalt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C9A961"/>
                </a:solidFill>
                <a:latin typeface="DejaVu Sans Mono"/>
              </a:rPr>
              <a:t>2020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256384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256384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tezlik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Har Mashina(...) yozilganda «Yangi mashina yaratildi» chiqadi — __init__ avtomatik ishlaydi.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self — «shu obyektning o'zi» degani, u har metodning birinchi parametri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Python metodni chaqirganda obyektni o'zi self ga uzatadi.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a.ism → Python aslida Talaba.ism(a) deb chaqiradi.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Yozishda beriladi, chaqirishda berilmaydi.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self yozilmasa — TypeError chiqadi.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self.py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14258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14258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681812"/>
            <a:ext cx="5367363" cy="18584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700100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00100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3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30" b="0" i="0">
                <a:solidFill>
                  <a:srgbClr val="6A6A76"/>
                </a:solidFill>
                <a:latin typeface="DejaVu Sans Mono"/>
              </a:rPr>
              <a:t># obyektga tegishli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5379" y="3867654"/>
            <a:ext cx="5367363" cy="18584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11683" y="3885942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885942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vaqtinchalik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030" b="0" i="0">
                <a:solidFill>
                  <a:srgbClr val="6A6A76"/>
                </a:solidFill>
                <a:latin typeface="DejaVu Sans Mono"/>
              </a:rPr>
              <a:t># metod tugagach yo'qoladi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71784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71784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57626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57626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443468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443468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0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629310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629310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030" b="0" i="0">
                <a:solidFill>
                  <a:srgbClr val="6A6A76"/>
                </a:solidFill>
                <a:latin typeface="DejaVu Sans Mono"/>
              </a:rPr>
              <a:t># Ali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815152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815152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A6A76"/>
                </a:solidFill>
                <a:latin typeface="DejaVu Sans Mono"/>
              </a:rPr>
              <a:t># print(a.vaqtinchalik) ← AttributeError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«Talaba» classini noldan qurib chiqamiz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talaba.py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2115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21152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"""Kursdagi bitta talabani ifodalaydi."""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7964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79648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3419856"/>
            <a:ext cx="634575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5256" y="343814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438144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Backend-1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9664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96640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75513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755136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yosh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91363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913632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guruh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4053840"/>
            <a:ext cx="634575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5256" y="407212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72128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23062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230624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8912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89120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54761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547616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70611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706112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16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Frontend-2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86460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864608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" y="5004816"/>
            <a:ext cx="634575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05256" y="502310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5023104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85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518160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5181600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92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34009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340096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49859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498592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 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):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" y="5638800"/>
            <a:ext cx="634575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5256" y="565708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657088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 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):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4-satr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guruh uchun standart qiymat — 17-darsda o'rgangan default parametr.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Har obyekt o'z bo'sh ro'yxatiga ega bo'ladi.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14-satr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a ning ballari o'zgardi — b ga hech qanday ta'sir qilmadi.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18-satr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b.ballar hali ham bo'sh: []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93368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3877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438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0489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7540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4591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1642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186931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99 99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99 10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5 10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93368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3877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438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0489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7540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4591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1642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18693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99 10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a va b — alohida obyektlar, har birining o'z x atributi bor. a.x ni o'zgartirish b.x ga hech qanday ta'sir qilmaydi.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B8E0"/>
                </a:solidFill>
                <a:latin typeface="Montserrat"/>
              </a:rPr>
              <a:t>I — INVESTIGATE ·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 qism-qismga ajratib tushunamiz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tahlil qilamiz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51470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2487168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60889" y="2487168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1513" y="2487168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7-satr qanday xato beradi?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3403854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60889" y="3403854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1513" y="3403854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self.x o'rniga shunchaki x = x yozsak nima bo'ladi?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41433" y="4320540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60889" y="4320540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1513" y="4320540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__init__ ni butunlay olib tashlasak T() ishlaydimi?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41433" y="5237226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60889" y="5237226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81513" y="5237226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a.y = 10 yozsak — yangi atribut qo'shiladimi?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class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muallif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tkan kunlar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A. Qodiriy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5147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sinf e'lon qiladigan kalit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konstruktor nomi — ikki tomonda 2 tadan pastki chiziq.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Qolgan bo'sh joylar: obyektning o'ziga ishora qiluvchi parametr.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Mashina classi — satrlarni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    self.marka = marka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atributlarni saqlash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90672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182112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090672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90672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class Mashina: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090672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class e'loni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94176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785616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694176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94176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def __init__(self, marka, yil):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694176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konstruktor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97680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389120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297680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297680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    self.yil = yil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297680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atributlarni saqlash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01184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4992624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4901184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901184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m = Mashina("Nexia", 2015)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4901184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obyekt yaratish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504688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13816" y="5596128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3816" y="5504688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504688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print(m.marka, m.yil)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186" y="5504688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6 · ishlatish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yosh atributini qo'shing va uni ham chiqaring.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guruh uchun standart qiymat bering.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Yana 2 ta obyekt yarating va ularni ro'yxatda saqlang.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«Talaba» classini yarating (ism, yosh) va 2 ta obyekt yasang.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«Kitob» classini yarating (nom, muallif, yil) va ma'lumotini chiqaring.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3 ta Talaba obyektini ro'yxatga solib, sikl bilan hammasini chiqaring.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T: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def __init__(x):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self.x =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T: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def __init__(self, x):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self.x = 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Birinchi parametr har doim self bo'lishi kerak.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__init__(self, x):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x = 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__init__(self, x):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self.x = 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self'siz yozilsa — local o'zgaruvchi, metod tugagach yo'qoladi.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talaba: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Talaba: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Class nomi katta harf bilan, CamelCase uslubida yoziladi (PEP 8).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Class va obyekt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__init__ qachon chaqiriladi?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self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try/except nima uchun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json.load nima qaytaradi?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Class — qolip, obyekt — shu qolipdan yasalgan aniq nusxa.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__init__ obyekt yaratilganda avtomatik ishlaydi va boshlang'ich holatni beradi.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self — obyektning o'ziga ishora. self.x = x bo'lmasa atribut saqlanmaydi.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25/96 — Class va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'Talaba' classini yaratish (ism, yosh)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24: Xatoliklar + Loyiha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22: Fayllar bilan ishlash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13: Dictionary 1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Atribut va metod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Obyekt faqat ma'lumot saqlaydimi? Yoki u biror ish ham qila oladimi — masalan mashina «yursin»?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25: Class va Object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OOP</cp:category>
</cp:coreProperties>
</file>