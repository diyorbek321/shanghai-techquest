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Ma'lumot turlari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568196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asoslari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6332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7580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Python raqam bilan matnni ajratadi. Nima uchun "5" + "5" o'n bermasligini bugun bilib olamiz.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int, float, str, bool turlarini bir-biridan ajrata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type() bilan istalgan qiymatning turini aniqlay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int(), str(), float() bilan turni o'zgartira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input() natijasini songa aylantirib, u bilan hisob-kitob qila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«O'zgaruvchilar (Variables)»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O'zgaruvchi nima, qiymat berish (=), nomlash qoidalari. input() bilan foydalanuvchidan ma'lumot olish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(Ism-familiyani so'rab, salomlashuvchi dastur…)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Butun son: 5, -12, 2026. Kasrsiz.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float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Kasrli son: 3.14, -0.5, 2.0. Nuqta bilan yoziladi.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str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Matn (string): "salom", "5", "". Qo'shtirnoq ichida.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Faqat 2 ta qiymat: True yoki False. Katta harf bilan!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type()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Qiymatning turini aytadi: type(5) → int.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Type conversion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Turni o'zgartirish: int("5") → 5. «Kasting» ham deyiladi.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Python har bir qiymatning turini biladi — va turga qarab boshqacha ishlaydi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5 va "5" — bu ikki xil narsa. Biri son, biri matn.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Son bilan hisoblash mumkin, matn bilan — yo'q.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Matnni matnga qo'shsa — yopishtiradi: "5"+"5" = "55".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Sonni songa qo'shsa — qo'shadi: 5+5 = 10.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turlar.py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5379" y="3310128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1683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579" y="332841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5379" y="3580637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11683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9892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6943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3994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type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41045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type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Natija: 10, keyin 55. Bir xil belgi — ikki xil natija.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To'rtta asosiy tur — kursning oxirigacha shular bilan ishlaymiz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int — butun son. Yosh, miqdor, yil.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float — kasrli son. Narx, o'rtacha ball, masofa.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str — matn. Ism, manzil, xabar.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bool — True/False. «Ha»/«Yo'q» javoblari uchun.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tortta_tur.py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718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718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423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423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boy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1.72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float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128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128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Aziza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str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8335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8335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bool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25386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25386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52437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52437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type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79488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79488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type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boy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506539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506539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type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33590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33590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type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int() va str() qiymatni bir turdan boshqasiga o'tkazadi — bu eng ko'p kerak bo'ladigan amal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int("5") → 5. Matnni songa aylantiradi.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str(5) → "5". Sonni matnga aylantiradi.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float("3.14") → 3.14. Kasrli songa.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⚠ int("salom") — xato beradi. Faqat raqamli matnni aylantirish mumkin.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aylantirish.py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25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580637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59892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86943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413994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41045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5379" y="4662673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11683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68096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xabar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Yosh: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str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95147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xabar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input() natijasini songa aylantirib, yoshni hisoblaymiz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yosh_hisoblash.py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0708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0708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Tug'ilgan yil bo'yicha yoshni hisoblash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3559305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5256" y="357759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57759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yil_matn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Tug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ilgan yilingiz: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3829814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05256" y="384810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4810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yil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yil_matn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1861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1861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4370832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" y="438912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438912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2026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6596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4659629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49301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493013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Siz taxminan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yoshdasiz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" y="5182359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5256" y="52006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20064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Yosh turi: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type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2-satr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input() MATN qaytardi. «2010» emas, "2010" — bu matn.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3-satr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int() uni haqiqiy songa aylantirdi. Endi ayirish mumkin.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5-satr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Agar 3-satr bo'lmasa — bu yerda xato chiqardi: matnni sondan ayirib bo'lmaydi.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type() natijasi &lt;class 'int'&gt; bo'ladi — hisoblash to'g'ri ishlagan.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kod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10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20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1020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"30"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 beradi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10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20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1020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a va b — qo'shtirnoq ichida, ya'ni MATN. Matnlarni + bilan qo'shsa, yopishtiradi: 1020. int() bilan aylantirgandan keyin haqiqiy qo'shish ishladi: 30.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B8E0"/>
                </a:solidFill>
                <a:latin typeface="Montserrat"/>
              </a:rPr>
              <a:t>I — INVESTIGATE ·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Kodni qism-qismga ajratib tushunamiz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tahlil qilamiz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Narx: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Soni: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Jami: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so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60889" y="2487168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1513" y="2487168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1-satrdan keyin «narx» qutisida qanday tur turadi?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3403854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60889" y="3403854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1513" y="3403854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3-satrdagi int() larni olib tashlasak nima bo'ladi?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320540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60889" y="4320540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1513" y="4320540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Foydalanuvchi «12.5» yozsa, int() nima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1433" y="5237226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60889" y="5237226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1513" y="5237226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float() ishlatsak muammo hal bo'ladimi?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kalkulyator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Birinchi son: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Ikkinchi son: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Yig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indi: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 va 2-bo'sh joy: matnni butun songa aylantiradigan funksiya.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Oxirgi bo'sh joy: sonni matnga aylantiradigan funksiya — chunki + bilan matnga qo'shyapmiz.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Yoki oxirini f-string bilan yozsangiz — aylantirish kerak emas.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Kvadratni hisoblovchi dastur — satrlarni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kvadrat = son * 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hisoblash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729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2644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1729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29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matn = input("Son kiriting: 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1729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ma'lumot olish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587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9502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8587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587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print(f"{son} ning kvadrati: {kvadrat}")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8587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natijani chiqarish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445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6360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5445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son = int(matn)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5445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turni o'zgartirish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Son: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int() o'rniga float() qo'ying va 2.5 kiriting — natija qanday?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Natijani f-string bilan chiroyli xabarda chiqaring.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type(son) ni ham chiqaring va int/float farqini ko'ring.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4 xil turdagi 4 ta o'zgaruvchi yarating va har birining turini type() bilan chiqaring.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Foydalanuvchidan 2 ta son so'rab, ularning yig'indisi va ko'paytmasini chiqaring.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Foydalanuvchidan bo'yini (masalan 1.72) va vaznini so'rab, vazn / (bo'y * bo'y) formulasi bilan tana massa indeksini hisoblang.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yosh = input("Yosh: ")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print(yosh + 1)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yosh = int(input("Yosh: "))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print(yosh + 1)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input() matn qaytaradi. Matnga son qo'shib bo'lmaydi — TypeError chiqadi.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print("Yosh: " + 15)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print("Yosh: " + str(15))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Matn va sonni + bilan qo'shib bo'lmaydi. Yo str(), yo f-string.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int("12.5")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float("12.5")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int() faqat butun ko'rinishdagi matnni oladi. Kasr uchun float().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int va float farqi nimada?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"5" + "5" nima beradi? Nima uchun?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type() nima qaytaradi?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input() bilan olingan sonni qanday qilib hisoblashda ishlatamiz?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O'zgaruvchiga nom qo'yishning 2 ta qoidasini ayting.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To'rtta asosiy tur: int (butun), float (kasr), str (matn), bool (True/False).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type() turni aytadi. int()/str()/float() turni o'zgartiradi.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input() har doim str qaytaradi — hisoblash uchun int() yoki float() kerak.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3/96 —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Turli turdagi 6 ta o'zgaruvchi yaratish va type() bilan tekshirish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2: O'zgaruvchilar (Variables)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1: Dasturlashga kirish va sozlash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Arifmetik operatorlar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5 / 2 nima beradi — 2 mi, 2.5 mi? Va 5 // 2 chi? Keyingi darsda tekshiramiz.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3: Ma'lumot turlari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asoslari</cp:category>
</cp:coreProperties>
</file>