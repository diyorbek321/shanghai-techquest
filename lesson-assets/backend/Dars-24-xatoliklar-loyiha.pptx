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Xatoliklar + Loyiha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257300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MINI-LOYIHA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45436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86684" y="4846320"/>
            <a:ext cx="946404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2-oyning yakuni: xatolarni tutib olishni o'rganamiz va faylga saqlanadigan To-do menejerini yozamiz.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try / except bilan xatolarni tutib ola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Asosiy xato turlarini nomlab, farqlay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finally va else bloklarini to'g'ri ishlata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To'liq ishlaydigan CLI ilovani yakunlay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«JSON va CSV»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JSON o'qish/yozish (json moduli)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(Ma'lumotlarni JSON faylga saqlash va o'qish…)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«Urinib ko'r» — ichida xato bo'lishi mumkin bo'lgan kod.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except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Xato yuz bersa — shu blok ishlaydi. Dastur qulamaydi.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finally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Xato bo'ldi-bo'lmadi — baribir bajariladi.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ValueError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Noto'g'ri qiymat: int("salom")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KeyError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Dict'da kalit topilmadi.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FileNotFoundError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Fayl mavjud emas.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try/except dasturni qulashdan saqlaydi — xato boshqariladigan holatga aylanadi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try ichidagi kod xato bersa — Python except'ga sakraydi.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Xatosiz o'tsa — except umuman ishlamaydi.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Dastur to'xtamaydi, ishlashda davom etadi.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Bu foydalanuvchi bilan ishlaydigan har bir dasturda kerak.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try.py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65379" y="3310128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11683" y="3328416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2579" y="3328416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1683" y="3554659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554659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Yosh: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780902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80902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Kelasi yil 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yosh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 ga kirasiz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988857"/>
            <a:ext cx="5367363" cy="226243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4007145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007145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54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233388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233388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Iltimos, raqam kiriting!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459631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459631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685874"/>
            <a:ext cx="219456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78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85874"/>
            <a:ext cx="4763859" cy="226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Dastur davom etmoqda</a:t>
            </a:r>
            <a:r>
              <a:rPr sz="125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5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try'siz «salom» kiritilsa dastur qulaydi va 7-satr hech qachon bajarilmaydi.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Har bir xato turini alohida tutish aniqroq xabar berish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except ValueError: — faqat qiymat xatosi.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except (A, B): — bir nechta turni birga.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except Exception as e: — hammasi. print(e) sababni ko'rsatadi.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❌ Bo'sh except: — hech qachon yozmang, xatoni yashiradi.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turlar.py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3657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36575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30708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307084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57759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577593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4810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48102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natija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4100323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411861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4118611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38912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389120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Bu raqam emas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4641341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465962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659629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ZeroDivisionError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93013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930138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Nolga 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lib 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lmaydi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65379" y="5182359"/>
            <a:ext cx="5367363" cy="270509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211683" y="520064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5200647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Exception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547115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5471156"/>
            <a:ext cx="476385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Kutilmagan xato: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e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else xatosiz o'tganda, finally esa har holda bajariladi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try → xato yo'q bo'lsa → else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finally — xato bo'ldi-bo'lmadi, baribir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finally odatda tozalash uchun: fayl yopish, ulanish uzish.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with ishlatsangiz finally kamdan-kam kerak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else_finally.py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1831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1831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7849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7849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data.txt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73867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73867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read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99885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99885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FileNotFoundError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425903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425903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Fayl topilmadi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4500922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451921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51921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else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77939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77939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qildi: 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 belgi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65379" y="5021282"/>
            <a:ext cx="5367363" cy="260180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211683" y="503957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503957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E5C87A"/>
                </a:solidFill>
                <a:latin typeface="DejaVu Sans Mono"/>
              </a:rPr>
              <a:t>finally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5299750"/>
            <a:ext cx="219456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5299750"/>
            <a:ext cx="4763859" cy="260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4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42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Tekshiruv tugadi</a:t>
            </a:r>
            <a:r>
              <a:rPr sz="144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44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To-do menejerini to'liq yozib chiqamiz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todo.py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vazifalar.json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yukla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load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FileNotFoundError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JSONDecodeError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saqla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with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open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FAYL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w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encoding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utf-8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as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json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dump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ensure_ascii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indent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yukla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while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1-qo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shish 2-ro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yxat 3-chiqish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58952" y="619046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tanlov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&gt;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58952" y="646097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Raqam kiriting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continue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tanlov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58952" y="700198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Vazifa: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saqla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tanlov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for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enumerate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vazifalar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.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elif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tanlov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break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Ikkita xatoni birga tutamiz: fayl yo'q yoki buzilgan JSON. Ikkalasida ham bo'sh ro'yxat qaytaramiz.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25-satr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Foydalanuvchi harf kiritsa — dastur qulamaydi.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27-satr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continue — menyuni qaytadan ko'rsatadi.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31-satr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Har qo'shilgandan keyin darhol saqlaymiz — ma'lumot yo'qolmaydi.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Foydalanuvchi «salom» kiritsa nima chiqadi?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Xato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Tugadi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OK / Tugadi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Xato / Tugadi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Faqat Xato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Dastur qulaydi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293368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try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63877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salom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3438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OK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0489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except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37540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Xato tutildi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45913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finally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16422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Finally har doim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5186931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Dastur davom etdi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Xato tutildi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Finally har doim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Dastur davom etdi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int("salom") ValueError berdi → 3-satr o'tkazib yuborildi, except ishladi. finally har holda bajarildi. Eng muhimi — dastur QULAMADI.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xatoni tutsin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413994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139943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41045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410452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Raqam kiriting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68096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680961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______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______________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95147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951470"/>
            <a:ext cx="5742249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Nolga 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lib bo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lmaydi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xato bo'lishi mumkin bo'lgan blokni boshlaydi.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 va 3-bo'sh joy: xatoni tutadigan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Oxirgi bo'sh joy: nolga bo'lish xatosining nomi.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input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Son: </a:t>
            </a:r>
            <a:r>
              <a:rPr sz="150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/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son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try/except bilan o'rab, ValueError ni tuting.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ZeroDivisionError ni ham alohida tuting.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while sikliga soling — to'g'ri son kiritilguncha so'rayversin.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int(input()) ni try/except bilan o'rab, xato xabarini chiqaring.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Faylni ochishda FileNotFoundError ni tuting va do'stona xabar bering.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To-do menejerini yakunlang: qo'shish, ko'rish, o'chirish va JSON'ga saqlash.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try: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= int(input())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pass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try: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x = int(input())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ValueError: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print("Xato")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Bo'sh except barcha xatoni yutadi — Ctrl+C ham ishlamay qoladi. Turini aniq yozing.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try: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Exception: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ValueError: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try: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ValueError: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Exception: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Umumiy Exception oxirida turishi kerak — aks holda aniqlari hech qachon ishlamaydi.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ValueError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print("x")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except ValueError: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print("x")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except satri oxirida ikki nuqta shart.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try/except nima uchun kerak?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finally qachon bajariladi?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Bo'sh except: nima uchun yomon?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json.dump va json.dumps farqi nima?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Fayl «w» rejimida ochilsa eski mazmun nima bo'ladi?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try/except dasturni qulashdan saqlaydi — xato boshqariladigan holatga aylanadi.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Xato turini aniq yozing. Bo'sh except: — hech qachon.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finally har holda bajariladi; else esa faqat xato bo'lmaganda.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MINI-LOYIHA · Dars 24/96 — Xatoliklar + Loyiha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To-do loyihasini fayl saqlash bilan yakunlash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2-oydagi barcha mavzularni konspektdan ko'zdan kechiring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Funksiya, dict va fayl mavzularini qayta mashq qiling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To-do loyihasini do'stingizga sinatib, xatolarni yozing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Class va Object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Har bir talaba uchun alohida dict yasashdan charchadingiz. «Talaba» degan o'z turingizni yaratsa bo'lmaydimi?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24: Xatoliklar + Loyiha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MINI-LOYIHA</cp:category>
</cp:coreProperties>
</file>