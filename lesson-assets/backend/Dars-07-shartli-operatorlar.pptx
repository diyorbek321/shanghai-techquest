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Shartli operatorlar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Dastur endi qaror qabul qiladi: shartga qarab turli yo'ldan ketadi.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if / elif / else tuzilmasini to'g'ri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Taqqoslash operatorlarini (== != &gt; &lt; &gt;= &lt;=)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Indentatsiya (chekinish) nima uchun majburiy ekanini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= va == farqini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«Satrlar (Strings) 2»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String metodlari: upper, lower, strip, replace, split, count. f-string bilan formatlash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(Foydalanuvchi jumlasidagi so'zlar sonini hisoblash…)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Agar shart True bo'lsa — ichidagi blok bajariladi.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elif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Oldingi shart False bo'lsa — buni tekshiradi.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Hech qaysi shart bajarilmasa — shu ishlaydi.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==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Tengmi? Taqqoslash. = bilan adashtirmang!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!=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Teng emasmi?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Indentatsiya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4 ta bo'sh joy. Python blokni shu bilan aniqlaydi.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if shartni tekshiradi va faqat True bo'lsa ichidagini bajaradi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if dan keyin shart, oxirida ikki nuqta (:) turadi.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Keyingi satr 4 ta bo'sh joy bilan ichkariga suriladi.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Ichkariga surilgan satrlar — «blok», ular birga bajariladi.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Chekinish tugagan joyda blok ham tugaydi.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if.py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851146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412165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Voyaga yetgansiz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39216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Ruxsat berildi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Dastur tugadi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7-satr chekinmagan — u shartdan tashqarida, har doim bajariladi.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elif va else bilan bir nechta variantni ketma-ket tekshiramiz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Python yuqoridan pastga tekshiradi.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Birinchi True topilgan blok bajariladi — qolganlari tekshirilmaydi ham.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else shartsiz: yuqoridagilarning hech biri to'g'ri kelmasa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elif nechta bo'lsa ham mumkin, else esa faqat bitta.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elif.py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Ball: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55930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10032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Yaxshi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641341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Qoniqarli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Qoniqarsiz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Tartib muhim! Agar &gt;= 50 birinchi tursa — 95 ball ham «Qoniqarli» chiqardi.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Bitta = qiymat beradi, ikkita == esa tenglikni tekshiradi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 = 5   → x ga 5 ni sol (buyruq)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 == 5  → x 5 ga tengmi? (savol, True/False qaytaradi)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if ichida har doim == kerak. = yozilsa — SyntaxError.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Boshqalar: != teng emas, &gt; katta, &gt;= katta yoki teng.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taqqoslash.py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18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18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423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423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128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128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833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833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!=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5386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5386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52437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52437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79488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79488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506539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506539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33590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33590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 aynan besh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Sonni musbat, manfiy yoki nol deb aniqlaydigan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son_turi.py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Sonning belgisini aniqlash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22013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Son kiriting: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81370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722439"/>
            <a:ext cx="634575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740727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000084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 — musbat son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241153"/>
            <a:ext cx="634575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256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59441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518798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 — manfiy son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759867"/>
            <a:ext cx="634575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778155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037512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Bu nol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296869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5537938"/>
            <a:ext cx="634575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5256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56226"/>
            <a:ext cx="574224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Tekshiruv tugadi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shart. True bo'lsa 5-satr ishlaydi va qolgani tekshirilmaydi.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Faqat 4-satr False bo'lsagina bu tekshiriladi.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else shartsiz — qolgan yagona holat: son aynan 0.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Chekinmagan — har qanday holatda bajariladi.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Foydalanuvchi 75 kiritsa nima chiqadi?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Yaxshi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Yiqildi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O'tdi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Yaxshi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O'tdi va Yaxshi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Yiqildi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Yaxshi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O'tdi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75 &gt;= 50 True bo'ldi — birinchi blok ishladi va Python qolganini umuman tekshirmadi. Shuning uchun shartlarni QAT'IYROQDAN boshlab yozish kerak.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Kattasiz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4-satr qachon bajariladi — faqat shart to'g'ri bo'lgandami?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3-satrni chekinishsiz yozsak nima o'zgaradi?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if dan keyingi : ni olib tashlasak qanday xato chiqadi?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yosh = 10 bo'lsa ekranda nima ko'rinadi?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juft/toqni aniqlasin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Juft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Toq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shartni boshlaydigan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tenglikni tekshiradigan belgi — bitta emas.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qolgan barcha holat uchun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bir satr oxirida : borligini unutmang.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Chipta narxini aniqlovchi dastur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if yosh &lt; 7: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birinchi shart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4457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095897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04457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04457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yosh = int(input("Yosh: "))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04457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ma'lumot olish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1746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613186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521746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1746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print("Bepul")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521746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natija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9035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130475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039035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039035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elif yosh &lt; 18: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039035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ikkinchi shart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56324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647764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556324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56324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print("Chegirma: 20 000")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556324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natija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73613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165053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073613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73613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else: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073613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6 · qolgan holat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590902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3816" y="5682342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3816" y="5590902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590902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print("To'liq: 40 000")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4186" y="5590902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7 · natija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Voyaga yetgan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Voyaga yetmagan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60 dan katta bo'lsa «Nafaqada» chiqsin — elif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Yosh manfiy kiritilsa «Xato ma'lumot» chiqsin.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bir tarmoqda yoshni ham ko'rsating (f-string bilan).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Son so'rab, u 100 dan katta yoki kichikligini ayting.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Ball so'rab, 5 bahoga ajrating (90+, 70+, 50+, aks holda 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Yil so'rab, kabisa yilmi yoki yo'qmi aniqlang (4 ga bo'linsa va 100 ga bo'linmasa, yoki 400 ga bo'linsa).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= 18: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== 18: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Shart tekshirishda ikkita = kerak. Bittasi qiymat berish.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&gt;= 18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print("OK")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&gt;= 18: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print("OK")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if satri oxirida ikki nuqta (:)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&gt;= 18: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print("OK")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&gt;= 18: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print("OK")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Blok ichidagi satr 4 ta bo'sh joy bilan surilishi shart — IndentationError.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= va ==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elif qachon tekshiriladi?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Indentatsiya Python'da nimani anglatadi?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s.split() nima qaytaradi?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s[0] va s[-1] nimani beradi?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if / elif / else — dastur qaror qabul qilishining asosi. Har birining oxirida : turadi.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Birinchi True topilganda qolgan shartlar tekshirilmaydi — tartib muhim.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= qiymat beradi, == tenglikni tekshiradi. Blok 4 ta bo'sh joy bilan ajratiladi.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7/96 — Shartli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Sonni musbat/manfiy/nol ekanini aniqlovchi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6: Satrlar (Strings) 2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4: Arifmetik operatorlar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Mantiqiy operatorlar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Ikkita shart bir vaqtda bajarilishi kerak bo'lsa-chi? Masalan «yoshi 18 dan katta VA talaba».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7: Shartli operatorlar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