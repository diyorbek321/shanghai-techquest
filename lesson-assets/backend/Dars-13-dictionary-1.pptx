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Dictionary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Dictionary — kalit orqali qiymat topadigan tuzilma. Telefon kitobi, sozlamalar, API javoblari — hammasi dict.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Dictionary tuzilishini (key-value)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Dict yaratib, kalit orqali qiymat ola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Yangi juftlik qo'sha va mavjudini o'zgartira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List va dict qachon qaysi biri kerakligini ayta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«Tuple +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Tuple va list farqi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yakunlab, mustaqil ishlaydigan holatga keltirish…)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Dictionary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Kalit → qiymat juftliklari to'plami: {"ism": "Ali"}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Key (kalit)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Qiymatga murojaat qilish uchun nom. Takrorlanmaydi.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Value (qiymat)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Kalitga bog'langan ma'lumot. Istalgan tur.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d[kalit]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Qiymatni olish. Kalit yo'q bo'lsa — KeyError.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d[kalit] =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Qo'shadi yoki mavjudini o'zgartiradi.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del d[kalit]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Juftlikni o'chiradi.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Dict elementga raqam bilan emas, NOM bilan murojaat 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List: royxat[0] — «nolinchi element».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Dict: talaba["ism"] — «ism degan kalitdagi qiymat».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 bilan chaqirish kodni ancha o'qishli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Kalitlar takrorlanmaydi — bittasi bitta qiymatga ishora qiladi.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list_vs_dict.py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List bilan — nima ekani noaniq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3656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3656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9-A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4470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4470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154" b="0" i="0">
                <a:solidFill>
                  <a:srgbClr val="6A6A76"/>
                </a:solidFill>
                <a:latin typeface="DejaVu Sans Mono"/>
              </a:rPr>
              <a:t># 15 — bu nima?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284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284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6099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6099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Dict bilan — hammasi ravshan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35084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36913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6913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sinf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9-A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558992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57728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7728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talaba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54" b="0" i="0">
                <a:solidFill>
                  <a:srgbClr val="6A6A76"/>
                </a:solidFill>
                <a:latin typeface="DejaVu Sans Mono"/>
              </a:rPr>
              <a:t># 15 — bu yosh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Bir yildan keyin kodni ochsangiz — dict variantini izohsiz tushunasiz.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Bitta belgi bilan qo'shamiz ham, o'zgartiramiz 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d["yangi"] = x — kalit yo'q bo'lsa qo'shadi.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d["mavjud"] = y — kalit bor bo'lsa o'zgartiradi.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Farqni Python o'zi hal qiladi — alohida metod kerak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del d["kalit"] — o'chiradi.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qoshish.py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32765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32765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64036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64036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677019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695307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695307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+998901234567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qo'shildi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26578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26578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+998907654321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qo'shildi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139561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157849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7849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+998911111111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o'zgardi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602103"/>
            <a:ext cx="5367363" cy="231271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620391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620391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E5C87A"/>
                </a:solidFill>
                <a:latin typeface="DejaVu Sans Mono"/>
              </a:rPr>
              <a:t>del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Vali</a:t>
            </a:r>
            <a:r>
              <a:rPr sz="128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     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o'chdi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51662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51662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082933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82933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314204"/>
            <a:ext cx="219456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314204"/>
            <a:ext cx="4763859" cy="23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2" b="0" i="0">
                <a:solidFill>
                  <a:srgbClr val="FFFFFF"/>
                </a:solidFill>
                <a:latin typeface="DejaVu Sans Mono"/>
              </a:rPr>
              <a:t>                 </a:t>
            </a:r>
            <a:r>
              <a:rPr sz="1282" b="0" i="0">
                <a:solidFill>
                  <a:srgbClr val="6A6A76"/>
                </a:solidFill>
                <a:latin typeface="DejaVu Sans Mono"/>
              </a:rPr>
              <a:t>#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Telefon kitobi dasturini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telefon_kitobi.py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94437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96266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8211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+998901112233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0157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+998934445566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62102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84048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041649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256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5993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Bekzod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+998977778899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7939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9884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Kimning raqami kerak?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1830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919469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93775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5138924"/>
            <a:ext cx="6345753" cy="21945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5256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15721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376667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6122"/>
            <a:ext cx="574224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1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 topilmadi</a:t>
            </a:r>
            <a:r>
              <a:rPr sz="1216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1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Ko'p qatorli dict — har juftlik alohida satrda, o'qish oson.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Yangi kalit — avtomatik qo'shiladi.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 — kalit bormi tekshiradi. Bu KeyError'dan saqlaydi.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Tekshiruvsiz kitob[ism] yozsangiz va kalit yo'q bo'lsa — dastur qulaydi.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{'a':1,'b':2} /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{'a':5,'b':2,'c':3} /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{'a':1,'a':5,'b':2,'c':3} /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KeyError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{'a': 5, 'b': 2, 'c': 3}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d["a"] = 5 — «a» kaliti bor edi, qiymati o'zgardi (yangisi qo'shilmadi). d["c"] = 3 — «c» yo'q edi, yangi juftlik qo'shildi. Jami 3 ta kalit.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3-satr nima uchun xato beradi? Xato nomi qanday?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Xatodan qanday himoyalanamiz? Ikki xil usul ayting.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d["yosh"] = 15 yozsak — xato chiqadimi?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Kalit sifatida son ishlatish mumkinmi: d[1] = "bir"?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narxlar lug'ati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72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72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303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303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sut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C9A961"/>
                </a:solidFill>
                <a:latin typeface="DejaVu Sans Mono"/>
              </a:rPr>
              <a:t>12000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2533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2533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764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5764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8995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8995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C9A961"/>
                </a:solidFill>
                <a:latin typeface="DejaVu Sans Mono"/>
              </a:rPr>
              <a:t>8000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6A6A76"/>
                </a:solidFill>
                <a:latin typeface="DejaVu Sans Mono"/>
              </a:rPr>
              <a:t># tuxum qo'shing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2225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2225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narxlar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288" b="0" i="0">
                <a:solidFill>
                  <a:srgbClr val="6A6A76"/>
                </a:solidFill>
                <a:latin typeface="DejaVu Sans Mono"/>
              </a:rPr>
              <a:t># sut narxini chiqaring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Dict qanday qavs bilan ochiladi va yopiladi?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Kalit — matn, ya'ni qo'shtirnoq ichida bo'lishi kerak.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satrda mavjud kalit nomini yozing.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Talaba ma'lumotini saqlab, chiqaruvchi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talaba["sinf"] = "9-A"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yangi maydon qo'shish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talaba = {}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bo'sh 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talaba["ism"] = input("Ism: 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maydonlarni to'ldirish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talaba["yosh"] = int(input("Yosh: "))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maydonlarni to'ldirish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53218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52303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print(f"{talaba['ism']}, {talaba['yosh']} yosh")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52303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901112233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Yana 2 ta kontakt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Ali ning raqamini o'zgartiring.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Kontakt o'chirish uchun del ishlating va len() bilan tekshiring.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kontaktli telefon kitobi yarating va bittasini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ism va raqam so'rab, kitobga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Kitobda ism bor-yo'qligini tekshirib, bo'lmasa qo'shishni taklif qiladigan dastur yozing.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{"a": 1}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print(d["b"])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{"a": 1}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if "b" in 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print(d["b"])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Mavjud bo'lmagan kalit — KeyError. Avval in bilan tekshiring.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["ism": "Ali"]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{"ism": "Ali"}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Dict figurali qavs { } bilan yoziladi, kvadrat emas.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{"a": 1}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d.append("b", 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 = {"a": 1}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d["b"] =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Dict'da append yo'q. Qo'shish — to'g'ridan-to'g'ri kalit orqali.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Dict va list farqi nimada?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Mavjud bo'lmagan kalitni so'rasak nima bo'ladi?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d["yangi"] = 5 nima qiladi — qo'shadimi, o'zgartiradimi?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Tuple va list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append()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Dict — {kalit: qiymat} juftliklari. Indeks emas, NOM bilan murojaat.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d[k] = v — kalit yo'q bo'lsa qo'shadi, bor bo'lsa o'zgartiradi.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Kalitni so'rashdan oldin `in` bilan tekshiring — KeyError'dan saqlaydi.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13/96 — Dictionary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Telefon kitobi (ism → raqam) dasturi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12: Tuple +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10: for sikli va range()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Dictionary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Lug'atdagi BARCHA kontaktlarni chiqarish kerak. Har birini qo'lda yozmasdan buni qanday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13: Dictionary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