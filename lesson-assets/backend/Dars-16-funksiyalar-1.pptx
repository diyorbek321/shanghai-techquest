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Funksiyalar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Funksiya — bir marta yozilgan, ko'p marta ishlatiladigan kod. Professional dasturlashning asosi.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def bilan funksiya e'lon qila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Funksiyani chaqirib, unga argument uzata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Parametr va argument farqini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DRY tamoyilini kodda qo'llay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«Set (to'plam)»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Set yaratish, takrorlanmas elementlar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(Ikki ro'yxatdagi umumiy elementlarni topish…)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 e'lon qilish kalit so'zi.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Parametr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 e'lonidagi o'zgaruvchi: def f(x) — x parametr.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Argument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Chaqirishda beriladigan qiymat: f(5) — 5 argument.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Chaqirish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funksiya_nomi() — funksiyani ishga tushirish.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Don't Repeat Yourself — o'zingizni takrorlamang.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Docstring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 tagidagi """izoh""" — nima qilishini tushuntiradi.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Funksiya — kodga nom berish. Nom bo'lsa — qayta ishlatsa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nomi(): — e'lon. Tanasi 4 ta bo'sh joy bilan suriladi.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E'lon qilinganda kod BAJARILMAYDI — faqat eslab qolinadi.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nomi() deb chaqirilgandagina ishga tushadi.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marta yozib — 100 marta chaqirish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funksiya.py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28879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Assalomu alaykum!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Xush kelibsiz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Dastur boshlandi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911850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1–3 satr faqat e'lon. Ekranga birinchi «Dastur boshlandi» chiqadi, keyin salomlashuv 2 marta.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Parametr funksiyani moslashuvchan qiladi — har chaqirishda boshqa natija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salomlash(ism): — ism parametr.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salomlash("Ali") — «Ali» argument, ism ga tushadi.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nechta parametr vergul bilan ajratiladi.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Argumentlar tartibi parametrlar tartibiga mos kelishi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parametr.py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vaqt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5968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5968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Xayrli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vaqt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9095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9095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4003941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40222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222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tong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535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35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kech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847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847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160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160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6A6A76"/>
                </a:solidFill>
                <a:latin typeface="DejaVu Sans Mono"/>
              </a:rPr>
              <a:t># tartib muhim: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929025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94731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4731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tong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noto'g'ri natija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DRY — bir xil kodni ikkinchi marta yozayotgan bo'lsangiz, funksiya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Takrorlangan kod — xato manbai. Bir joyda tuzatsangiz, boshqasi eskiligicha 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bo'lsa — bitta joyda tuzatasiz, hamma joyda tuzaladi.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nomi nima qilishini aytishi kerak: hisobla_yuza().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Bitta funksiya — bitta vazifa.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✗ Takrorlangan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MENYU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✓ Funksiya bilan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261104"/>
            <a:ext cx="536736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MENYU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NATIJA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Uch xil amalni bajaradigan funksiyalarni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amallar.py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8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112189"/>
            <a:ext cx="634575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30477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"""Sonning kvadratini ekranga chiqaradi."""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98296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² =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66115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633934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801753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969572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137391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305210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454741"/>
            <a:ext cx="634575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473029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chiziq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uzunlik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640848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-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uzunlik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808667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976486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5126017"/>
            <a:ext cx="634575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5144305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chiziq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5312124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479943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629474"/>
            <a:ext cx="634575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647762"/>
            <a:ext cx="574224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chiziq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Docstring — funksiya nima qilishini tushuntiradi. Professional kodda majburiy.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uzunlik=30 — standart qiymat. Argumentsiz chaqirsa 30 ishlatiladi.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chiziq() — argumentsiz. 30 ta chiziqcha chiqadi.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chiziq(10) — 10 berildi, standart qiymat almashtirildi.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ekranga nimani, qaysi tartibda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 B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 A 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 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1–2 satr — faqat e'lon, bajarilmaydi. Python 4-satrga keladi → B. Keyin f() chaqiriladi → A. Oxirida C. Funksiya CHAQIRILMASA ishlamaydi.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5-satr nima uchun xato beradi?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Xatoning nomi qanday bo'ladi?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Argumentsiz ham ishlashi uchun nima qilish kerak?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salom("Ali", "Vali") yozsak nima bo'ladi?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funksiya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hisobla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Yig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indi: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funksiya e'lon qiladigan kalit so'z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Qolgan bo'sh joylar: funksiya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Chaqirishda qavs va argumentlar bo'lishi shart.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Salomlashuv funksiyasi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print(f"Xush kelibsiz, {ism}!")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tana: xabar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def kutib_ol(ism):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e'lon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print("=" * 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tana: chiziq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kutib_ol("Aziza")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chaqirish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print("=" * 20)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tana: chiziq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Ikkinchi parametr qo'shing — yosh, va uni ham chiqaring.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Funksiyani 3 marta turli argumentlar bilan chaqiring.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Docstring qo'shing va help(salom) ni ishga tushiring.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funksiya yozing: kvadrat, kub va yarim qiymatni chiqarsin.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ism olib salomlashuvchi funksiya yozing va sikl ichida 3 marta chaqiring.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To'rtburchakning yuzasi va perimetrini chiqaradigan funksiya yozing (2 parametr).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print("Salom")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print("Salom")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salom()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Qavssiz yozilsa funksiya chaqirilmaydi — shunchaki nomi eslanadi.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salom(ism)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print(ism)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salom(ism):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print(ism)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def satri oxirida ikki nuqta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salom(ism):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print(ism)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salom(ism):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print(ism)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Funksiya tanasi 4 ta bo'sh joy bilan surilishi kerak.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Funksiya e'lon qilinganda kod bajariladimi?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Parametr va argument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DRY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set() va { }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d.get(k, 0)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def bilan funksiya e'lon qilinadi. Chaqirilmaguncha ishlamaydi.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Parametr — e'londagi nom, argument — chaqirishdagi qiymat.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Bir xil kodni ikkinchi marta yozayotgan bo'lsangiz — funksiya kerak (DRY).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16/96 — Funksiyalar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3 ta amal bajaruvchi funksiya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15: Set (to'plam)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13: Dictionary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4: Arifmetik operatorlar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Funksiyalar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Funksiya hisoblagan natijani ekranga chiqarmasdan, boshqa hisobda ishlatmoqchisiz. Qanday qaytarib olamiz?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16: Funksiyalar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