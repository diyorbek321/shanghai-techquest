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Hujjatlash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Swagger hujjati va optimizatsiya — loyihani professional darajaga chiqarish.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drf-spectacular bilan OpenAPI hujjat yarata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Endpointlarga tavsif va misol qo'sha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N+1 muammosini topib tuzata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Indeks qo'shib so'rovlarni tezlashtira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«Testlar»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 uchun testlar yozish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(Loyihaga testlar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OpenAPI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API hujjatlashning standart formati.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Swagger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OpenAPI hujjatining interaktiv ko'rinishi.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drf-spectacular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DRF uchun OpenAPI generatori.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@extend_schema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Endpoint hujjatini boyitish.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django-debug-toolbar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So'rovlarni ko'rish vositasi.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db_index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Ustunga indeks qo'shish.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Swagger — API'ning o'zi bilan birga yangilanadigan jonli hujjat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Kod o'zgarsa — hujjat avtomatik yangilanadi.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Interaktiv: brauzerdan turib so'rov yuborsa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Frontend dasturchi uchun asosiy manba.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Portfolio'da juda kuchli taassurot qoldiradi.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swagger sozlash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pip install drf-spectacular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drf_spectacular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DEFAULT_SCHEMA_CLASS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drf_spectacular.openapi.AutoSchema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02640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SPECTACULAR_SETTINGS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TITLE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Kutubxona API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DESCRIPTION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 band qilish tizimi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VERSION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1.0.0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SERVE_INCLUDE_SCHEMA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urls.py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drf_spectacular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SpectacularAPIView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SpectacularSwaggerView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api/schema/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SpectacularAPIView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5379" y="578470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api/docs/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SpectacularSwaggerView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url_name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schema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@extend_schema bilan hujjatni boyitamiz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summary, description — nima qilishini tushuntiradi.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request, responses — kutilgan format.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examples — namuna so'rov va javob.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tags — endpointlarni guruhlash.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extend_schema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drf_spectacular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utils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extend_schema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OpenApiExample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75589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@extend_schema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Kitobni band qilish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description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 nusxa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lsa va 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quvchida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3 tadan kam band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lsa — band yaratadi.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BandYaratishSerializer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470267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responses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examples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OpenApiExample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Oddiy so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rov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@action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detail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methods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N+1 va indeks — ishlashni yaxshilashning ikki asosiy vositasi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debug-toolbar so'rovlar sonini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100 ta obyekt uchun 101 so'rov — N+1 belgisi.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select_related / prefetch_related bilan tuzatiladi.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WHERE va ORDER BY ustunlariga indeks qo'ying.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optimizatsiya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models.py — indekslar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CASCADE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db_index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qaytarilgan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null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db_index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4295755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indexes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Index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qaytarilgan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band_oquvchi_faol_idx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views.py — N+1 dan qutulish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65379" y="5496987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kitob__muallif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API hujjatini tayyorlab, so'rovlarni optimallashtiramiz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optimizatsiya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Muammoni o'lchaymiz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connection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reset_queries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utils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override_settings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@override_settings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olcha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reset_queries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rovlar: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connection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queries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so'rovlar: 61     (N+1!)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Tuzatamiz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kitob__muallif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→ so'rovlar: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Indeks qo'shamiz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indexes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qaytarilgan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band_faol_idx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kitob_nom_idx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Hujjatni tekshiramiz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58952" y="808402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python manage.py spectacular --file schema.yml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→ /api/docs/ da Swagger UI ochiladi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connection.queries — bajarilgan SQL so'rovlarni beradi. Faqat DEBUG=True da to'ladi.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61 so'rov — 1 ta band + har biri uchun kitob, muallif, oquvchi (71-dars: N+1).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 qavat FK: kitob__muallif — bitta JOIN'da.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39-satr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spectacular buyrug'i — schema faylini yaratadi. CI'da tekshirsa ham bo'ladi.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20 ta band, har birida kitob va muallif. select_related'siz nechta so'rov ketadi?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7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87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87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487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6679"/>
            <a:ext cx="219456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6679"/>
            <a:ext cx="5525847" cy="26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7" b="0" i="0">
                <a:solidFill>
                  <a:srgbClr val="6A6A76"/>
                </a:solidFill>
                <a:latin typeface="DejaVu Sans Mono"/>
              </a:rPr>
              <a:t># serializer kitob va muallifni ham chiqaradi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41 dan ko'p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select_related'siz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shell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'...'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select_related bilan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shell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'...'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so'rovlar: 61   vaqt: 0.412s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so'rovlar: 2    vaqt: 0.018s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61 → 2 so'rov, 412 ms → 18 ms. 23 barobar tez. Kod bir xil natija beradi — faqat queryset optimallashtirildi.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hujjat va optimizatsiya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settings.py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_______________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DEFAULT_SCHEMA_CLASS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drf_spectacular.openapi.__________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views.py — N+1 dan qutulish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kitob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kitob____muallif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models.py — indeks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Index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Kutubxona nomi — pastki chiziq bilan.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Schema class nomi — Auto…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FK optimizatsiyasi — select_…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Ikki qavat bog'lanish — ikki pastki chiziq.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select_related qo'shing va so'rovlar sonini o'lchang.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Modelga indeks qo'shing va migratsiya qiling.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Swagger sozlab, /api/docs/ ni oching.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drf-spectacular o'rnatib, Swagger UI'ni ishga tushiring.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endpointga @extend_schema bilan tavsif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N+1 muammolarini topib tuzating va indekslar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Band.objects.all()  # nested serializer bilan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Band.objects.select_related('kitob', 'kitob__muallif')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N+1: 20 obyekt uchun 61 so'rov ketadi.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Swagger'da hech qanday tavsif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@extend_schema(summary='...', description='...')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Tavsifsiz hujjat frontend dasturchiga yordam bermaydi.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hech qanday indeks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indexes = [models.Index(fields=['nom'])]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Indekssiz qidiruv jadval o'sgan sari sekinlashadi.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OpenAPI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N+1 muammosini qanday topamiz?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Indeks qaysi ustunlarga qo'yiladi?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Test piramidasi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IDOR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drf-spectacular — kod bilan birga yangilanadigan jonli hujjat. /api/docs/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N+1 ni connection.queries yoki debug-toolbar bilan toping, select_related bilan tuzating.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WHERE va ORDER BY da ishlatiladigan ustunlarga indeks qo'ying.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92/96 — Hujjatlash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API hujjatini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91: Testlar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89: Biznes logika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80: Dockerfile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Loyiha tayyor, hujjatlangan va tez. Endi uni internetga chiqarish vaqti keldi.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92: Hujjatlash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