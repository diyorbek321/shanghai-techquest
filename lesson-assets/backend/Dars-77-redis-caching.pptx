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Redis &amp; Caching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Ilg'or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5681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7-oy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26-hafta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Redis va caching — bir marta hisoblab, ming marta tez qaytarish.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77/96 — Redis &amp;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Caching g'oyasini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Redis'ni o'rnatib, Django'ga ulay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cache.get/set bilan ishlay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Cache invalidation muammosini tushunasiz.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77/96 — Redis &amp;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«Environment &amp; Settings»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Environment variables (.env), django-environ. dev/prod settings ajratish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(Loyiha kalitlarini .env'ga ko'chirish…)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77/96 — Redis &amp;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Cache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Tez xotirada saqlangan tayyor natija.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Redis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Xotiradagi tez ma'lumot ombori.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TTL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Time To Live — cache qancha yashaydi.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Cache hit / miss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Topildi / topilmadi.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Invalidation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Eskirgan cache'ni o'chirish.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cache_page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Butun view javobini keshlash dekoratori.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77/96 — Redis &amp;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Cache — qimmat hisobni bir marta bajarib, natijani saqlab qo'yish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Murakkab so'rov 800 ms olsa — har so'rovda takrorlamang.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Birinchi marta hisoblab, Redis'ga qo'yamiz.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Keyingi so'rovlar 2 ms da javob oladi.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TTL tugagach qayta hisoblanadi.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cache g'oyasi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4432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4432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# Cache'siz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452472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452472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So'rov 1: baza (800ms) → javob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66061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66061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So'rov 2: baza (800ms) → javob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86876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86876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So'rov 3: baza (800ms) → javob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7690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7690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28504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28504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# Cache bilan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493192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493192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So'rov 1: cache miss → baza (800ms) → cache'ga yoz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70133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70133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So'rov 2: cache hit  → javob (2ms)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90948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90948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So'rov 3: cache hit  → javob (2ms)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11762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11762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32576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32576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TTL tugadi → yana bir marta hisoblanadi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77/96 — Redis &amp;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Redis'ni Django'ga ulash — bir necha satr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Redis — alohida server, xotirada ishlaydi.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django-redis kutubxonasi orqali ulanadi.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CACHES sozlamasi settings.py'da.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Ulanish manzili .env'da bo'lsin (76-dars).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settings.py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Terminal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3047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3047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  sudo apt install redis-server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9829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9829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  pip install django-redis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6611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6611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  redis-cli ping   → PONG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63393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63393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80175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80175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settings.py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96957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96957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CACHES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137391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137391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default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65379" y="4286922"/>
            <a:ext cx="536736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1683" y="4305210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305210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BACKEND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django_redis.cache.RedisCache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65379" y="4454741"/>
            <a:ext cx="536736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1683" y="4473029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473029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LOCATION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REDIS_URL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64084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64084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default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redis://127.0.0.1:6379/1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80866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80866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OPTIONS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97648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97648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CLIENT_CLASS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14430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14430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django_redis.client.DefaultClient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31212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31212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47994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47994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64776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64776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77/96 — Redis &amp;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Eng qiyin qism — cache'ni QACHON o'chirish kerakligini bilish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Ma'lumot o'zgardi, lekin cache eski — foydalanuvchi eski holatni ko'radi.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Yechim 1: qisqa TTL (60 s) — sodda, lekin aniq emas.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Yechim 2: save() da cache.delete() — aniq, lekin unutish oson.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Yechim 3: signal bilan avtomatik o'chirish.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cache.py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core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cache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1281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1281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6296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6296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1311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1311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top_postlar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6327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6327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kalit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top_postlar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71342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71342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cache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kalit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86358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86358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65379" y="3995447"/>
            <a:ext cx="5367363" cy="1501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11683" y="401373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01373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is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None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832" b="0" i="0">
                <a:solidFill>
                  <a:srgbClr val="6A6A76"/>
                </a:solidFill>
                <a:latin typeface="DejaVu Sans Mono"/>
              </a:rPr>
              <a:t># miss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16388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16388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7AB8E0"/>
                </a:solidFill>
                <a:latin typeface="DejaVu Sans Mono"/>
              </a:rPr>
              <a:t>list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31404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31404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order_by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-korishlar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46419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46419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values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5379" y="4596063"/>
            <a:ext cx="5367363" cy="1501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11683" y="461435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61435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cache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set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kalit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timeout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300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76450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76450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491465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491465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natija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06481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06481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21496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21496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36512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36512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6A6A76"/>
                </a:solidFill>
                <a:latin typeface="DejaVu Sans Mono"/>
              </a:rPr>
              <a:t># Post o'zgarganda cache'ni o'chirish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51527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51527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post_saqlandi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sender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kwargs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66542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66542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cache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delete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top_postlar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77/96 — Redis &amp;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API'ga caching qo'shib, tezlikni o'lchaymiz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blog/views.py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core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cache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signals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post_save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post_delete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dispatch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receiver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decorators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" y="416165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TOP_KALIT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top_postlar_v1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TTL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300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750" b="0" i="0">
                <a:solidFill>
                  <a:srgbClr val="6A6A76"/>
                </a:solidFill>
                <a:latin typeface="DejaVu Sans Mono"/>
              </a:rPr>
              <a:t># 5 daqiqa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@action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detail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top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cache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TOP_KALIT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" y="578470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None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chop_etilgan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order_by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-korishlar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many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8952" y="659622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cache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TOP_KALIT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TTL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58952" y="727249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C9A961"/>
                </a:solidFill>
                <a:latin typeface="DejaVu Sans Mono"/>
              </a:rPr>
              <a:t>@receiver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post_save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post_delete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sender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cacheni_tozala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sender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kwargs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"""Post o'zgarsa — cache eskirdi."""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cache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delete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TOP_KALIT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10-satr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Kalitda versiya (v1) — struktura o'zgarsa v2 qilib eski cache'dan qutulasiz.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22-satr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None tekshiruvi — 0 yoki [] ham to'g'ri natija bo'lishi mumkin. `if not malumot` yozmang!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28-satr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TTL — hatto invalidation unutilsa ham eski ma'lumot 5 daqiqadan ko'p yashamaydi.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33-satr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Signal — Post saqlanganda avtomatik chaqiriladi. Unutish mumkin emas.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77/96 — Redis &amp;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cache.get() topa olmasa nima qaytaradi?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cache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yoq_kalit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Bo'sh matn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None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KeyError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77/96 — Redis &amp;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96978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96978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10049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310049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core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cache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cache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523120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523120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736191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736191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time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perf_counter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49262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49262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7AB8E0"/>
                </a:solidFill>
                <a:latin typeface="DejaVu Sans Mono"/>
              </a:rPr>
              <a:t>list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order_by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-korishlar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181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162333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162333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baza: 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time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perf_counter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: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.4f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s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375404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375404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588475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588475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cache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set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top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C9A961"/>
                </a:solidFill>
                <a:latin typeface="DejaVu Sans Mono"/>
              </a:rPr>
              <a:t>300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801546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801546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014617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014617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time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perf_counter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227688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227688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cache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top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440759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440759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cache: 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time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perf_counter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: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.4f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s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baza: 0.4821s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cache: 0.0012s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Bazadan o'qish 482 ms, cache'dan 1.2 ms — 400 barobar tez. Sekundiga 1000 so'rov kelganda bu farq serverni qutqaradi.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77/96 — Redis &amp;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caching qo'shing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9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9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core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cache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51025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51025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39391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39391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27757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527757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top_postlar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716123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716123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cache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top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904489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904489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092855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092855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44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E5C87A"/>
                </a:solidFill>
                <a:latin typeface="DejaVu Sans Mono"/>
              </a:rPr>
              <a:t>None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281221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281221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hisobla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469587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469587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cache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top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timeout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657953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657953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846319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846319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44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natija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034685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034685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223051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223051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5411417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5411417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6A6A76"/>
                </a:solidFill>
                <a:latin typeface="DejaVu Sans Mono"/>
              </a:rPr>
              <a:t># Ma'lumot o'zgarganda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5599783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5599783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cache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top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Django cache obyekti — 5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Cache'dan o'qish va yozish metodlari — 3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Topilmagan holat — `is None` tekshiruvi.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Cache'ni o'chirish metodi — 6 harf.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77/96 — Redis &amp;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186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186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6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top_postlar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15321"/>
            <a:ext cx="219456" cy="186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15321"/>
            <a:ext cx="4876641" cy="186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36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6" b="0" i="0">
                <a:solidFill>
                  <a:srgbClr val="7AB8E0"/>
                </a:solidFill>
                <a:latin typeface="DejaVu Sans Mono"/>
              </a:rPr>
              <a:t>list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order_by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6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036" b="0" i="0">
                <a:solidFill>
                  <a:srgbClr val="6EC27A"/>
                </a:solidFill>
                <a:latin typeface="DejaVu Sans Mono"/>
              </a:rPr>
              <a:t>-korishlar</a:t>
            </a:r>
            <a:r>
              <a:rPr sz="1036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036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cache.get/set bilan keshlang (TTL = 300).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Post saqlanganda cache'ni o'chiring.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Vaqtni o'lchab, tezlik farqini ko'ring.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77/96 — Redis &amp;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Redis o'rnatib, Django'ga ulang (redis-cli ping bilan tekshiring).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Bitta og'ir so'rovni keshlang.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Signal bilan avtomatik invalidation qo'shing.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77/96 — Redis &amp;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if not natija: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if natija is None: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Bo'sh ro'yxat [] ham False — cache har safar qayta hisoblanadi.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cache.set(kalit, malumot)  # TTL yo'q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cache.set(kalit, malumot, timeout=300)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TTL'siz cache abadiy yashaydi — eski ma'lumot qolib ketadi.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cache.set('top', queryset)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cache.set('top', list(queryset.values()))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QuerySet dangasa — uni keshlash kutilgan natija bermaydi.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77/96 — Redis &amp;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Cache nima uchun kerak?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TTL nima?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Cache invalidation nima uchun qiyin?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.env nima uchun kerak?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76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Coverage nima ko'rsatadi?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75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77/96 — Redis &amp;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Cache — qimmat hisobni bir marta bajarib saqlash. Redis — xotirada, juda tez.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cache.get() topmasa None qaytaradi. `is None` bilan tekshiring.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TTL har doim qo'ying va ma'lumot o'zgarganda cache.delete() qiling.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Ilg'or · Dars 77/96 — Redis &amp;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API'ga caching qo'shish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76: Environment &amp; Settings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74: pytest / Django test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65: CRUD API 2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Celery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Email yuborish 3 soniya oladi va foydalanuvchi shuncha kutadi. Buni fon rejimida qilsa bo'lmaydimi?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77: Redis &amp; Caching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Ilg'or</cp:category>
</cp:coreProperties>
</file>