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Tuple + Loyiha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MINI-LOYIHA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543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668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1-oyning yakuni: tuple bilan tanishamiz va o'rganganlarimizni birlashtirib, haqiqiy o'yin yozamiz.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Tuple va list farqini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Qachon tuple, qachon list ishlatishni tanlay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Sikl + shart + ro'yxatni bitta dasturda birlashtira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Mustaqil ishlaydigan mini-loyihani yakunlay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«List (ro'yxat)»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List yaratish, indekslash, slicing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(Talabalar ro'yxatini boshqaruvchi dastur (qo'shish/o'chirish…)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Tuple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O'zgartirib bo'lmaydigan ro'yxat: (1, 2,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Immutable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O'zgarmas. Yaratilgandan keyin tahrirlab bo'lmaydi.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Mutable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O'zgaruvchan. List — mutable, tuple — immutable.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Unpacking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a, b = (1, 2) — tuple'ni o'zgaruvchilarga bo'lish.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random.randint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Berilgan oraliqdan tasodifiy 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MVP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Ishlaydigan eng sodda variant. Avval shuni qiling.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Tuple — o'zgartirib bo'lmaydigan list, va bu uning kuchi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Dumaloq qavs: (1, 2, 3). O'qish list bilan bir xil.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append/remove yo'q — o'zgartirib bo'lmaydi.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Tasodifan buzilmasligi kerak bo'lgan ma'lumot uchun.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Masalan: koordinata (x, y), RGB rang, hafta kunlari.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tuple.py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3657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3657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kunlar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Dush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Sesh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Chor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0708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7759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kunlar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Dush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4810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kunlar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1861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370832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38912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kunlar.append("Pay")  ← XATO!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641341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596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kunlar[0] = "X"       ← XATO!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301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5182359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2006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unpacking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4711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4711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Tuple'ni o'zgartirmoqchi bo'lsangiz — TypeError chiqadi. Bu himoya, cheklov emas.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Har bir dastur bir xil skeletga ega: ma'lumot ol → qayta ishla → natijani ko'rsat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1) Boshlang'ich holatni tayyorla (o'zgaruvchi, ro'yxat).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2) Sikl bilan foydalanuvchi bilan muloqot qil.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3) Shart bilan qaror qabul qil.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4) Natijani chiroyli ko'rsat va sikldan chiq.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skelet.py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62717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62717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6A6A76"/>
                </a:solidFill>
                <a:latin typeface="DejaVu Sans Mono"/>
              </a:rPr>
              <a:t># Har qanday CLI dasturining skeleti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66779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66779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random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70841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70841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656615"/>
            <a:ext cx="5367363" cy="2040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674903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674903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sir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randint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131" b="0" i="0">
                <a:solidFill>
                  <a:srgbClr val="6A6A76"/>
                </a:solidFill>
                <a:latin typeface="DejaVu Sans Mono"/>
              </a:rPr>
              <a:t># 1) tayyorlash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878965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878965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urinish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083027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083027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268801"/>
            <a:ext cx="5367363" cy="2040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287089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287089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                   </a:t>
            </a:r>
            <a:r>
              <a:rPr sz="1131" b="0" i="0">
                <a:solidFill>
                  <a:srgbClr val="6A6A76"/>
                </a:solidFill>
                <a:latin typeface="DejaVu Sans Mono"/>
              </a:rPr>
              <a:t># 2) muloqot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491151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491151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Son: 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695213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695213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urinish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65379" y="4880987"/>
            <a:ext cx="5367363" cy="2040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1683" y="4899275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899275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sir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          </a:t>
            </a:r>
            <a:r>
              <a:rPr sz="1131" b="0" i="0">
                <a:solidFill>
                  <a:srgbClr val="6A6A76"/>
                </a:solidFill>
                <a:latin typeface="DejaVu Sans Mono"/>
              </a:rPr>
              <a:t># 3) qaror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103337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103337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break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307399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307399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511461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511461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Topdingiz! 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urinish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 urinish</a:t>
            </a:r>
            <a:r>
              <a:rPr sz="113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131" b="0" i="0">
                <a:solidFill>
                  <a:srgbClr val="6A6A76"/>
                </a:solidFill>
                <a:latin typeface="DejaVu Sans Mono"/>
              </a:rPr>
              <a:t># 4) natija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«Sonni top» o'yinini to'liq yozib chiqamiz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sonni_top.py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0530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0530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229664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6" y="324795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4795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sir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randint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39059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9059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urinishlar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3324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3324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7589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7589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1 dan 100 gacha son o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yladim!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81853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81853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3942894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256" y="396118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396118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0382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0382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Taxminingiz: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228186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424647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24647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urinishlar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38912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38912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3176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3176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sir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67441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67441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Kattaroq!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1705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1705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sir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5970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5970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Kichikroq!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0235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0235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4499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4499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Topdingiz!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urinishlar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 urinishda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" y="5369354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5256" y="538764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8764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break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028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028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7293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7293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Urinishlaringiz: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urinishlar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3-satr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randint(1, 100) — 1 va 100 ham kiradi (range'dan farqli!).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while True — shart har doim rost, faqat break bilan chiqamiz.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Har bir taxminni ro'yxatga yig'yapmiz — oxirida ko'rsatamiz.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18-satr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break bo'lmasa — sikl cheksiz davom etardi.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ishlaydimi? Ishlamasa — nima uchun?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(1, 2, 3, 4)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[1, 2, 3, 4]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AttributeError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(1, 2, 3)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l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l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[1, 2, 3, 4]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Tuple'dan o'qish ishlaydi (t[0] → 1). Lekin t.append(4) yozsangiz AttributeError chiqadi — tuple'da bunday metod yo'q. List'da esa ishlaydi.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o'yin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19520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19520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76383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76383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sir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randint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33246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33246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90109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90109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46972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46972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24" b="0" i="0">
                <a:solidFill>
                  <a:srgbClr val="6EC27A"/>
                </a:solidFill>
                <a:latin typeface="DejaVu Sans Mono"/>
              </a:rPr>
              <a:t>Son (1-10): </a:t>
            </a:r>
            <a:r>
              <a:rPr sz="142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03835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03835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24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sir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60698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60698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24" b="0" i="0">
                <a:solidFill>
                  <a:srgbClr val="6EC27A"/>
                </a:solidFill>
                <a:latin typeface="DejaVu Sans Mono"/>
              </a:rPr>
              <a:t>Topdingiz!</a:t>
            </a:r>
            <a:r>
              <a:rPr sz="142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17561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017561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274424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274424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24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531287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531287"/>
            <a:ext cx="5742249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24" b="0" i="0">
                <a:solidFill>
                  <a:srgbClr val="6EC27A"/>
                </a:solidFill>
                <a:latin typeface="DejaVu Sans Mono"/>
              </a:rPr>
              <a:t>Yana urinib ko</a:t>
            </a:r>
            <a:r>
              <a:rPr sz="1424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424" b="0" i="0">
                <a:solidFill>
                  <a:srgbClr val="6EC27A"/>
                </a:solidFill>
                <a:latin typeface="DejaVu Sans Mono"/>
              </a:rPr>
              <a:t>ring</a:t>
            </a:r>
            <a:r>
              <a:rPr sz="142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sikl to'xtamasligi uchun shart nima bo'lishi kerak?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siklni to'xtatadigan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break bo'lmasa — to'g'ri topsangiz ham sikl davom etadi.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sir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randint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Son: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sir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Topdingiz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while bilan o'rang — topmaguncha so'rayversin.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«Kattaroq / kichikroq» maslahatini qo'shing.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Urinishlar sonini sanang va oxirida chiqaring.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«Sonni top» o'yinini noldan yozing (1–50 oralig'ida).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Urinishlar sonini 7 ta bilan cheklang — tugasa «Yutqazdingiz» chiqsin.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Matnli kalkulyator: amal va 2 ta son so'rab, natijani chiqarsin. «chiq» yozilguncha davom etsin.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 = (1, 2, 3)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t[0] =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l = [1, 2, 3]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l[0] =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Tuple o'zgarmas. O'zgartirish kerak bo'lsa — list ishlating.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while True: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javob = input()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if javob == "x":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print("ok")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while True: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javob = input()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if javob == "x":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break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while True dan break'siz chiqib bo'lmaydi — cheksiz sikl.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 = (5)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print(len(t))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 = (5,)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print(len(t))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Bitta elementli tuple'da vergul shart. (5) — oddiy 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Tuple va list farqi nimada?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Qachon tuple ishlatgan ma'qul?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while True dan qanday chiqiladi?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append() nima qaytaradi?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range(1, 5) va randint(1, 5) farqi bormi?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Tuple — o'zgarmas list. ( ) bilan yoziladi, append/remove yo'q.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O'zgarmasligi kerak bo'lgan ma'lumot uchun tuple, o'zgaradigani uchun list.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Har qanday dastur: ma'lumot ol → sikl bilan qayta ishla → shart bilan qaror qil → natijani ko'rsat.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12/96 — Tuple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Loyihani yakunlab, mustaqil ishlaydigan holatga keltirish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1-oyning barcha mavzularini konspektdan ko'zdan kechiring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Eng qiynalgan 3 ta mashqni qaytadan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Loyihangizni do'stingizga sinab ko'rsating — xatolarni yozing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Dictionary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Telefon kitobida ismga qarab raqam topish kerak. Ro'yxat bilan buni qanday qilamiz — har safar butun ro'yxatni ko'rib chiqamizmi?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12: Tuple + Loyiha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MINI-LOYIHA</cp:category>
</cp:coreProperties>
</file>