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Mantiqiy operatorlar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and, or, not — bir nechta shartni birlashtirib, murakkab qarorlarni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and, or, not operatorlarini to'g'ri qo'llay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Ikki va undan ortiq shartni birlashtira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Ichma-ich (nested) if yoza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Murakkab shartni qavs bilan aniq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«Shartli operatorlar»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if / elif / else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(Sonni musbat/manfiy/nol ekanini aniqlovchi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IKKALASI ham True bo'lsa —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KAMIDA BITTASI True bo'lsa — True.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Teskarisiga aylantiradi: not True → False.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Nested 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if ichidagi if. Har qavat 4 ta bo'sh joy suriladi.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Zanjirli taqqoslash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18 &lt;= yosh &lt;= 60 — Python'da ishlaydi!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Ro'yxat yoki matn ichida bormi? "a" in "salom" →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and hamma shart bajarilishini talab qiladi, or esa bittasi yetarli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and — «va». Ikkalasi True bo'lgandagina True.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or — «yoki». Bittasi True bo'lsa yetarli.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not — «emas». True ni False 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vaqtda ishlatsa — and, or dan oldin bajariladi.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mantiq.py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1716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1716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C9A961"/>
                </a:solidFill>
                <a:latin typeface="DejaVu Sans Mono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88567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88567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55418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55418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4103981"/>
            <a:ext cx="5367363" cy="26685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4122269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22269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79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389120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89120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479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637683"/>
            <a:ext cx="5367363" cy="26685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655971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55971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1479" b="0" i="0">
                <a:solidFill>
                  <a:srgbClr val="6A6A76"/>
                </a:solidFill>
                <a:latin typeface="DejaVu Sans Mono"/>
              </a:rPr>
              <a:t>#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922822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22822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479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189673"/>
            <a:ext cx="219456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189673"/>
            <a:ext cx="4763859" cy="266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47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79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1479" b="0" i="0">
                <a:solidFill>
                  <a:srgbClr val="6A6A76"/>
                </a:solidFill>
                <a:latin typeface="DejaVu Sans Mono"/>
              </a:rPr>
              <a:t># 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6-satr: yosh &lt; 18 False bo'ldi — and uchun bu yetarli, natija False.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zanjirli taqqoslashni tushunadi — bu kodni ancha o'qishli 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18 &lt;= yosh &lt;= 60 — matematikadagidek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yosh &gt;= 18 and yosh &lt;= 60 bilan bir xil.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Ko'p tillarda bunday yozib bo'lmaydi — Python'da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 operatori ham qulay: harf in soz.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zanjir.py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6945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60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Ishlash yoshida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soz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504710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soz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«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harf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» bor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Ichma-ich if — shart ichida yana shart tekshirish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Tashqi shart bajarilsagina ichkarisiga kiriladi.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qavat yana 4 ta bo'sh joy suriladi.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 qavatdan ortiq bo'lsa — kodni qayta o'ylang, and bilan soddalashtirsa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Ba'zan ichma-ich aniqroq, ba'zan and qisqaroq.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nested.py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82981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0032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Katta talaba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Katta, talaba emas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Yoshga qarab chipta narxini aniqlaydigan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chipta.py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Yoshingiz: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163829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8211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Talabamisiz? (ha/yoq):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ha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0157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62102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82219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84048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5993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426110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27939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20000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49884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60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71830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15000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93775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515721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C9A961"/>
                </a:solidFill>
                <a:latin typeface="DejaVu Sans Mono"/>
              </a:rPr>
              <a:t>40000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5358379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37666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612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Chipta narxi: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,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== "ha" natijasi True yoki False — to'g'ridan-to'g'ri bool o'zgaruvchi hosil qildik.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18 dan kichik YOKI talaba — ikkisidan biri yetarli.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Bu yerga faqat 18+ va talaba bo'lmaganlar yetib keladi.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{narx:,} — mingliklarni vergul bilan ajratadi: 40,000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x = 5 bo'lsa, bu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True /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False /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True / False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False /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False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x &gt; 0 → True, x &lt; 3 → False. and uchun ikkalasi kerak edi → False. or uchun bittasi yetarli →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parolni tekshirsin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login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Login: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parol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Parol: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login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admin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parol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12345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Kirdingiz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Xato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Ikkalasi ham to'g'ri bo'lishi shart — qaysi operator?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or qo'ysangiz — faqat login to'g'ri bo'lsa ham kiritadi. Bu xavfsizlik teshigi.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Javob 3 harfli.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Ob-havoga qarab maslahat beruvchi dastur —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if harorat &gt; 25 and quyoshli: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issiq va quyoshli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182112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90672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90672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harorat = int(input("Harorat: "))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90672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94176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785616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694176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94176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quyoshli = input("Quyoshlimi? ") == "ha"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694176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ma'lumot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389120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297680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97680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print("Shlyapa oling")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297680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maslahat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1184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992624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901184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901184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elif harorat &lt; 5: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901184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sovuq holat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04688"/>
            <a:ext cx="7574066" cy="48463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596128"/>
            <a:ext cx="274320" cy="301752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504688"/>
            <a:ext cx="274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6796826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print("Issiq kiyining")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504688"/>
            <a:ext cx="297170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maslahat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Ruxsat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Ruxsat yo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«va ruxsatnomasi bor» shartini and bilan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18–60 oralig'ini zanjirli taqqoslash bilan yozing.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not operatori bilan teskari shartni yozib ko'ring.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son so'rab, ikkalasi ham musbatmi tekshiring (and bilan).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Yosh va talabalik holatiga qarab chegirma foizini aniqlang.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Uchta son so'rab, eng kattasini toping (faqat if/elif bilan, max() ishlatmasdan).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 18 and &lt; 60: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 18 and yosh &lt; 60: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bir shartda o'zgaruvchi to'liq yozilishi kerak. Yoki: 18 &lt; yosh &lt; 60.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ism == "Ali" or "Vali":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ism == "Ali" or ism == "Vali":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Bu xato emas — lekin "Vali" har doim True. Shart har doim ishlaydi.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 &amp;&amp; talaba: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yosh &gt;= 18 and talaba: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Python'da &amp;&amp; emas, and yoziladi. || emas, 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and va or farqi nimada?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not True nima qaytaradi?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18 &lt;= yosh &lt;= 60 nimani bildiradi?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elif qachon ishlaydi?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gap.split()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and — ikkalasi ham kerak. or — bittasi yetarli. not — teskarisi.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Python zanjirli taqqoslashni tushunadi: 18 &lt;= yosh &lt;= 60.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Ichma-ich if bilan and ko'pincha bir xil natija beradi — qaysi biri o'qishga oson bo'lsa, o'shani tanlang.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8/96 — Mantiqiy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Yoshga qarab chipta narxini aniqlovchi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7: Shartli operatorlar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5: Satrlar (Strings)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while sikli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1 dan 100 gacha sonlarni chiqarish uchun 100 ta print yozamizmi? Buning qisqa yo'li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8: Mantiqiy operatorlar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