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REST API loyiha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25730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MINI-LOYIHA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4543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6-oy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86684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24-hafta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6-oyning yakuni: e-commerce yoki ijtimoiy tarmoq REST API'sini loyihalab, modellarni yozamiz.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72/96 — REST API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Loyiha talablarini modellarga aylantira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API endpointlar ro'yxatini loyihalay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Modellarni migratsiya bilan yarata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Asosiy endpointlarni ishga tushira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72/96 — REST API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«Bog'lanishlar 2»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Many-to-Many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(M2M munosabatli endpoint yozish…)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72/96 — REST API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Domen modeli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Loyihaning asosiy tushunchalari.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API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Qanday endpointlar, qanday javob.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MVP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Minimal ishlaydigan mahsulot.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Endpoint jadvali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Metod + yo'l + tavsif ro'yxati.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Slug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URL uchun qulay identifikator.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Timestamp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yaratilgan / yangilangan maydonlari.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72/96 — REST API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Loyihani modellardan emas, ENDPOINT'lardan boshlab loyihalang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«Client nima qila olishi kerak?» — birinchi savol.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Endpoint jadvalini yozing, keyin modellarni.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ortiqcha maydon yozishning oldini oladi.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Jadvalni README'ga qo'ying — hujjat ham tayyor.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endpoint jadvali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METOD  YO'L                       TAVSIF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5285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5285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─────  ─────────────────────────  ──────────────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4304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4304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POST   /api/auth/register/        Ro'yxatdan o'tish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53324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53324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POST   /api/auth/token/           Login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72343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72343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91363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91363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GET    /api/mahsulotlar/          Ro'yxat + filtr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10382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10382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GET    /api/mahsulotlar/{id}/     Bittasi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29402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29402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POST   /api/mahsulotlar/          Yaratish (admin)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48421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48421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PATCH  /api/mahsulotlar/{id}/     O'zgartirish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67441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67441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DELETE /api/mahsulotlar/{id}/     O'chirish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86460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86460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05480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05480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GET    /api/savat/                Mening savatim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24499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24499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POST   /api/savat/qoshish/        Mahsulot qo'shish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43519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43519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POST   /api/buyurtmalar/          Buyurtma berish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62538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62538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GET    /api/buyurtmalar/          Mening buyurtmalarim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72/96 — REST API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Har modelda timestamp va __str__ bo'lishi kerak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yaratilgan (auto_now_add) — qachon yaratilgan.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yangilangan (auto_now) — qachon o'zgartirilgan.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__str__ — admin panel va debug uchun.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Meta.ordering — standart tartib.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asosiy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AsosiyModel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1281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1281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"""Barcha modellar uchun umumiy asos."""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6296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6296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1311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1311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yaratilgan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DateTimeField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63273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63273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auto_now_add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71342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71342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yangilangan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DateTimeField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auto_now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86358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86358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01373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01373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32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65379" y="4145601"/>
            <a:ext cx="5367363" cy="1501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11683" y="416388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16388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abstract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E5C87A"/>
                </a:solidFill>
                <a:latin typeface="DejaVu Sans Mono"/>
              </a:rPr>
              <a:t>True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314043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314043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ordering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-yaratilgan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46419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46419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461435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61435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65379" y="4746217"/>
            <a:ext cx="5367363" cy="1501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11683" y="476450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76450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Mahsulot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AsosiyModel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491465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491465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CharField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max_length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C9A961"/>
                </a:solidFill>
                <a:latin typeface="DejaVu Sans Mono"/>
              </a:rPr>
              <a:t>200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064813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064813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DecimalField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21496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21496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max_digits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C9A961"/>
                </a:solidFill>
                <a:latin typeface="DejaVu Sans Mono"/>
              </a:rPr>
              <a:t>12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decimal_places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36512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36512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51527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51527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32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__str__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32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1683" y="566542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2579" y="566542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32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nom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abstract = True — bu model uchun jadval yaratilmaydi, faqat meros uchun (28-dars).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72/96 — REST API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E-commerce API modellarini loyihalaymiz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shop/models.py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contrib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auth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AsosiyModel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yaratilgan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DateTimeField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auto_now_add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yangilangan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DateTimeField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auto_now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abstract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ordering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-yaratilgan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AsosiyModel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CharField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max_length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100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unique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slug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SlugField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unique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__str__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Mahsulot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AsosiyModel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CharField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max_length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200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tavsif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TextField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blank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DecimalField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max_digits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12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decimal_places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zaxira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PositiveIntegerField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default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ForeignKey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8952" y="673148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on_delete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PROTECT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related_name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mahsulotlar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faol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BooleanField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default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__str__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 —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58952" y="767825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905256" y="769654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16152" y="769654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@property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5256" y="783180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16152" y="783180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mavjud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5256" y="796705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216152" y="796705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faol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and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zaxira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05256" y="810230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16152" y="810230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05256" y="823756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16152" y="823756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8952" y="835452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905256" y="837281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16152" y="837281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Buyurtma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AsosiyModel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05256" y="850807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16152" y="850807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HOLATLAR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5256" y="864332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216152" y="864332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yangi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Yangi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05256" y="877857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16152" y="877857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tolangan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To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langan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05256" y="891383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216152" y="891383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yetkazildi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Yetkazildi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05256" y="904908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216152" y="904908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05256" y="918434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216152" y="918434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mijoz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ForeignKey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58952" y="930130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905256" y="931959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48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16152" y="931959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on_delete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CASCADE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05256" y="945484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16152" y="945484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related_name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buyurtmalar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05256" y="959010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16152" y="959010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holat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CharField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05256" y="97253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216152" y="97253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max_length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20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choices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HOLATLAR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default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yangi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05256" y="98606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216152" y="98606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05256" y="99958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216152" y="99958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__str__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05256" y="101311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216152" y="101311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Buyurtma #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 —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mijoz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29-satr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PROTECT — kategoriyada mahsulot bo'lsa o'chirishga yo'l qo'ymaydi. CASCADE'dan xavfsizroq.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Rectangle 128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36-satr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@property — hisoblanadigan xususiyat (29-dars). Bazada maydon emas.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Rectangle 132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41-satr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choices — cheklangan variantlar. Admin panelda dropdown bo'ladi.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Rectangle 136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48-satr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related_name — user.buyurtmalar.all() ishlaydi.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72/96 — REST API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abstract = True bo'lgan model uchun jadval yaratiladimi?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2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95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19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95" b="0" i="0">
                <a:solidFill>
                  <a:srgbClr val="FFFFFF"/>
                </a:solidFill>
                <a:latin typeface="DejaVu Sans Mono"/>
              </a:rPr>
              <a:t>AsosiyModel</a:t>
            </a:r>
            <a:r>
              <a:rPr sz="119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95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19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95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119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9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43984"/>
            <a:ext cx="219456" cy="2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2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43984"/>
            <a:ext cx="5525847" cy="2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9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95" b="0" i="0">
                <a:solidFill>
                  <a:srgbClr val="FFFFFF"/>
                </a:solidFill>
                <a:latin typeface="DejaVu Sans Mono"/>
              </a:rPr>
              <a:t>yaratilgan</a:t>
            </a:r>
            <a:r>
              <a:rPr sz="119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9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9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95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19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95" b="0" i="0">
                <a:solidFill>
                  <a:srgbClr val="FFFFFF"/>
                </a:solidFill>
                <a:latin typeface="DejaVu Sans Mono"/>
              </a:rPr>
              <a:t>DateTimeField</a:t>
            </a:r>
            <a:r>
              <a:rPr sz="119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95" b="0" i="0">
                <a:solidFill>
                  <a:srgbClr val="FFFFFF"/>
                </a:solidFill>
                <a:latin typeface="DejaVu Sans Mono"/>
              </a:rPr>
              <a:t>auto_now_add</a:t>
            </a:r>
            <a:r>
              <a:rPr sz="119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95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19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59552"/>
            <a:ext cx="219456" cy="2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2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59552"/>
            <a:ext cx="5525847" cy="2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9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75120"/>
            <a:ext cx="219456" cy="2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2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75120"/>
            <a:ext cx="5525847" cy="2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9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95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19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95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119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90688"/>
            <a:ext cx="219456" cy="2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2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90688"/>
            <a:ext cx="5525847" cy="2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9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95" b="0" i="0">
                <a:solidFill>
                  <a:srgbClr val="FFFFFF"/>
                </a:solidFill>
                <a:latin typeface="DejaVu Sans Mono"/>
              </a:rPr>
              <a:t>abstract</a:t>
            </a:r>
            <a:r>
              <a:rPr sz="119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9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9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95" b="0" i="0">
                <a:solidFill>
                  <a:srgbClr val="E5C87A"/>
                </a:solidFill>
                <a:latin typeface="DejaVu Sans Mono"/>
              </a:rPr>
              <a:t>True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Ha, yaratiladi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Yo'q, yaratilmaydi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Faqat migrate'dan keyin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Xato beradi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72/96 — REST API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makemigrations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shop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migrate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FFFFFF"/>
                </a:solidFill>
                <a:latin typeface="DejaVu Sans Mono"/>
              </a:rPr>
              <a:t>Migrations for 'shop':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FFFFFF"/>
                </a:solidFill>
                <a:latin typeface="DejaVu Sans Mono"/>
              </a:rPr>
              <a:t>  shop/migrations/0001_initial.py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FFFFFF"/>
                </a:solidFill>
                <a:latin typeface="DejaVu Sans Mono"/>
              </a:rPr>
              <a:t>    + Create model Kategoriya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FFFFFF"/>
                </a:solidFill>
                <a:latin typeface="DejaVu Sans Mono"/>
              </a:rPr>
              <a:t>    + Create model Mahsulot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FFFFFF"/>
                </a:solidFill>
                <a:latin typeface="DejaVu Sans Mono"/>
              </a:rPr>
              <a:t>    + Create model Buyurtma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FFFFFF"/>
                </a:solidFill>
                <a:latin typeface="DejaVu Sans Mono"/>
              </a:rPr>
              <a:t>Running migrations: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FFFFFF"/>
                </a:solidFill>
                <a:latin typeface="DejaVu Sans Mono"/>
              </a:rPr>
              <a:t>  Applying shop.0001_initial... OK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Uch model uchun jadval yaratildi. AsosiyModel ro'yxatda YO'Q — u abstract, faqat meros uchun. Uning maydonlari har bola jadvalga qo'shildi.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72/96 — REST API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modelni yakunlang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6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6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AsosiyModel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8000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8000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yaratilgan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DateTimeField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____________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9735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39735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yangilangan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DateTimeField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________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61469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61469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83204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83204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04938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04938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________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True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26673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26673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48407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48407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70142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70142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Mahsulot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____________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91876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91876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CharField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max_length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C9A961"/>
                </a:solidFill>
                <a:latin typeface="DejaVu Sans Mono"/>
              </a:rPr>
              <a:t>200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13611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13611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kategoriya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__________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35345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35345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Kategoriya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on_delete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_______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57080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557080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_____________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mahsulotlar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Yaratilganda bir marta qo'yiladi — auto_now_…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Har saqlashda yangilanadi — auto_…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Jadval yaratilmasin — 8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Bog'langan obyekt o'chishiga yo'l qo'ymaydi — 7 harf.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72/96 — REST API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53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53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6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Mahsulot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82072"/>
            <a:ext cx="219456" cy="253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82072"/>
            <a:ext cx="4876641" cy="253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6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CharField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max_length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6" b="0" i="0">
                <a:solidFill>
                  <a:srgbClr val="C9A961"/>
                </a:solidFill>
                <a:latin typeface="DejaVu Sans Mono"/>
              </a:rPr>
              <a:t>200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35728"/>
            <a:ext cx="219456" cy="253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35728"/>
            <a:ext cx="4876641" cy="253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6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IntegerField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narx ni DecimalField ga o'zgartiring.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kategoriya ForeignKey qo'shing.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AsosiyModel yaratib, undan meros oling.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72/96 — REST API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Loyiha uchun endpoint jadvalini yozing (10+ endpoint).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Modellarni yozing va migratsiya qiling.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Asosiy ViewSet va serializerlarni yozib, Postman'da sinang.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72/96 — REST API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on_delete=models.CASCADE  # kategoriya uchun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on_delete=models.PROTECT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CASCADE bilan kategoriya o'chirilsa hamma mahsulot yo'qoladi.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narx = models.FloatField()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narx = models.DecimalField(max_digits=12, decimal_places=2)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Pul uchun float ishlatmang — yaxlitlash xatolari chiqadi.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__str__ yozilmadi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__str__(self):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return self.nom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__str__'siz admin panelda «Mahsulot object (1)» chiqadi.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72/96 — REST API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Loyihani nimadan boshlab loyihalash kerak?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abstract = True nima qiladi?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Pul uchun qaysi field turi ishlatiladi?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prefetch_related qachon kerak?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71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Nested serializer'da read_only nima uchun?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70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72/96 — REST API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Loyihani endpoint jadvalidan boshlang — keyin modellarni yozing.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AsosiyModel (abstract) bilan timestamp'larni bir marta yozing.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Pul uchun DecimalField, muhim bog'lanish uchun PROTECT.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72/96 — REST API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Loyiha modellari va asosiy endpointlar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6-oydagi DRF mavzularini konspektdan ko'zdan kechiring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Serializer, ViewSet, permission va JWT ni qayta mashq qiling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Loyiha endpointlarini Postman kolleksiyasiga yig'ing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Test asoslari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Kod ishlayapti. Lekin bir joyni o'zgartirsangiz boshqa joy buzilib qolyapti. Buni oldindan qanday bilamiz?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72: REST API loyiha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MINI-LOYIHA</cp:category>
</cp:coreProperties>
</file>