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DB asoslari &amp; SELECT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14-hafta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Ma'lumotlar bazasi — millionlab yozuvni saqlab, bir soniyada qidiradigan tizim. Har bir backend'ning yuragi.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Relational DB tuzilishini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Jadval, ustun va qator tushunchalarini farqlay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SELECT bilan ma'lumot ola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WHERE, ORDER BY, LIMIT bilan natijani boshqara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«GitHub»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GitHub akkaunt, remote, push/pull, clone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(Loyihani GitHub'ga yuklash + README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DB (baza)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Tartibli saqlanadigan ma'lumotlar to'plami.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Jadval (table)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Bir turdagi yozuvlar. Excel varag'iga o'xshaydi.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Ustun (column)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Maydon: ism, yosh. Turi belgilangan.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Qator (row)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Bitta yozuv: bitta talaba.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Ma'lumot olish buyrug'i.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WHERE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Shart bo'yicha filtrlash.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Relational DB — o'zaro bog'langan jadvallar to'plami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Jadval — Excel varag'i kabi: ustunlar va qatorlar.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ustunning turi bor: INTEGER, TEXT, DATE.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Fayl bilan farqi: millionlab yozuvda ham qidiruv tez.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vaqtda ko'p foydalanuvchi ishlashi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jadval tuzilishi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32765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32765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talabalar jadvali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64036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64036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┌────┬────────┬──────┬───────────┐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95307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95307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│ id │ ism    │ yosh │ guruh     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26578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26578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├────┼────────┼──────┼───────────┤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57849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57849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│ 1  │ Ali    │ 15   │ Backend-1 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89120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89120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│ 2  │ Guli   │ 16   │ Backend-1 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620391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620391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│ 3  │ Bek    │ 17   │ Frontend  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851662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851662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└────┴────────┴──────┴───────────┘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82933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82933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↑     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314204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314204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ustun  ustun      ← har qator = bitta talaba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SELECT — «menga shu ma'lumotni ber» degani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SELECT * FROM jadval — hamma ustun, hamma qator.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SELECT ism, yosh FROM jadval — faqat kerakli ustunlar.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* ishlatmang — faqat kerakli ustunni so'rang (tezroq).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SQL katta-kichik harfga sezgir emas, lekin kalit so'zlar KATTA yoziladi.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select.sql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6A6A76"/>
                </a:solidFill>
                <a:latin typeface="DejaVu Sans Mono"/>
              </a:rPr>
              <a:t>-- Hamma ma'lumot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563962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582250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82250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836084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36084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4089918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089918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6A6A76"/>
                </a:solidFill>
                <a:latin typeface="DejaVu Sans Mono"/>
              </a:rPr>
              <a:t>-- Faqat kerakli ustunlar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4325464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343752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43752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97586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97586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851420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851420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6A6A76"/>
                </a:solidFill>
                <a:latin typeface="DejaVu Sans Mono"/>
              </a:rPr>
              <a:t>-- Ustunga yangi nom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105254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105254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talaba_ismi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WHERE filtrlaydi, ORDER BY tartiblaydi, LIMIT cheklaydi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WHERE yosh &gt; 15 — shartga mos qatorlar.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ORDER BY yosh DESC — kamayish tartibida.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LIMIT 10 — faqat birinchi 10 tasi.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Tartib qat'iy: SELECT → FROM → WHERE → ORDER BY → LIMIT.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filtr.sql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1831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1831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yosh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7849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7849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720382"/>
            <a:ext cx="5367363" cy="2601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73867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3867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C9A961"/>
                </a:solidFill>
                <a:latin typeface="DejaVu Sans Mono"/>
              </a:rPr>
              <a:t>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5379" y="3980562"/>
            <a:ext cx="5367363" cy="2601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1683" y="399885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9885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DESC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240742"/>
            <a:ext cx="5367363" cy="2601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25903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5903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LIMIT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51921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51921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77939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77939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6A6A76"/>
                </a:solidFill>
                <a:latin typeface="DejaVu Sans Mono"/>
              </a:rPr>
              <a:t>-- Bir nechta shart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503957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503957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29975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29975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E5C87A"/>
                </a:solidFill>
                <a:latin typeface="DejaVu Sans Mono"/>
              </a:rPr>
              <a:t>AND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'Backend-1'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SQL'da matn BIR qo'shtirnoqda: 'Backend-1'. Python'dan farqi shu.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Bazadan ma'lumot olishning tipik so'rovlarini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sorovlar.sql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-- 1) Hamma talabalar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087018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256" y="310530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10530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4795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4795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39059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9059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-- 2) Faqat ism va yosh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3324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3324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7589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7589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81853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81853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-- 3) 16 yoshdan kattalar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3942894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256" y="396118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396118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C9A961"/>
                </a:solidFill>
                <a:latin typeface="DejaVu Sans Mono"/>
              </a:rPr>
              <a:t>16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0382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0382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24647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24647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-- 4) Backend guruhi, yosh bo'yicha tartibda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38912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8912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yosh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3176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3176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67441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67441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'Backend-1'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" y="4798770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05256" y="481705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1705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5970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5970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0235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0235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6A6A76"/>
                </a:solidFill>
                <a:latin typeface="DejaVu Sans Mono"/>
              </a:rPr>
              <a:t>-- 5) Eng katta 3 ta talaba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4499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4499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yosh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8764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8764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53028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53028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DESC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" y="5654646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05256" y="567293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7293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LIMIT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2-satr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* — hamma ustun. Real loyihada kerakli ustunni yozing.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WHERE — Python'dagi if ga o'xshaydi.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ORDER BY standart holda o'sish (ASC) tartibida.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20-satr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DESC + LIMIT — «eng katta N ta» klassik naqshi.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so'rov nechta qator qaytaradi?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9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19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7" b="0" i="0">
                <a:solidFill>
                  <a:srgbClr val="6A6A76"/>
                </a:solidFill>
                <a:latin typeface="DejaVu Sans Mono"/>
              </a:rPr>
              <a:t>-- Jadvalda 100 ta talaba bor, 30 tasi 16 yoshdan katta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7904"/>
            <a:ext cx="219456" cy="219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7904"/>
            <a:ext cx="5525847" cy="219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7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21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7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1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7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1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7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67392"/>
            <a:ext cx="219456" cy="219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67392"/>
            <a:ext cx="5525847" cy="219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7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21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7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1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7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21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7" b="0" i="0">
                <a:solidFill>
                  <a:srgbClr val="C9A961"/>
                </a:solidFill>
                <a:latin typeface="DejaVu Sans Mono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86880"/>
            <a:ext cx="219456" cy="219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86880"/>
            <a:ext cx="5525847" cy="219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7" b="0" i="0">
                <a:solidFill>
                  <a:srgbClr val="E5C87A"/>
                </a:solidFill>
                <a:latin typeface="DejaVu Sans Mono"/>
              </a:rPr>
              <a:t>LIMIT</a:t>
            </a:r>
            <a:r>
              <a:rPr sz="121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7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217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WHERE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DESC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LIMIT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ism  | yosh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------+------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Bek  |   17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Guli |   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WHERE 16 va undan kattalarni qoldirdi, ORDER BY DESC kamayish tartibida joyladi, LIMIT 2 esa faqat birinchi ikkitasini oldi.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so'rov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DESC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ma'lumot oladigan buyruq.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qaysi jadvaldan.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shart bo'yicha filtrlash.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4-bo'sh joy: tartiblash (ikki so'z).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5-bo'sh joy: natija sonini cheklash.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SQL so'rovi qismlarini to'g'ri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WHERE yosh &gt;=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filtrlash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SELECT ism, yosh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nima olamiz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ORDER BY yosh DESC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tartiblash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FROM talabalar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qayerdan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53218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52303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LIMIT 10;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52303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cheklash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 ism va guruh ustunlarini oling.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16 yoshdan kattalarni filtrlang.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Ism bo'yicha alifbo tartibida joylang va 5 ta bilan cheklang.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Berilgan bazadan 5 ta oddiy SELECT so'rov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WHERE bilan 3 xil shart bo'yicha filtrlang.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ORDER BY va LIMIT ishlatib «eng katta 5 ta» so'rovini yozing.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 * FROM talabalar WHERE guruh = "Backend"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 * FROM talabalar WHERE guruh = 'Backend'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SQL'da matn BIR qo'shtirnoqda yoziladi.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 * FROM talabalar ORDER BY yosh WHERE yosh &gt; 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 * FROM talabalar WHERE yosh &gt; 15 ORDER BY yosh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Tartib qat'iy: WHERE → ORDER BY → LIMIT.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 ism FROM talabalar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SELECT ism FROM talabalar;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So'rov oxirida nuqta-vergul qo'yish odat qiling.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Jadval, ustun va qator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WHERE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ORDER BY DESC nimani anglatadi?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git push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Branch nima uchun kerak?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Jadval — ustunlar va qatorlar. Har qator — bitta yozuv.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SELECT ustun FROM jadval — asosiy shakl. * dan qoching.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Tartib qat'iy: SELECT → FROM → WHERE → ORDER BY → LIMIT.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SQL · Dars 40/96 — DB asoslari &amp; 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Berilgan bazadan 10 ta so'rov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39: GitHub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37: Git asoslari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28: Inheritance (meros)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Ma'lumot o'zgartirish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Ma'lumotni faqat o'qish emas, qo'shish va o'zgartirish ham kerak. Buni qanday qilamiz?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40: DB asoslari &amp; SELECT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SQL</cp:category>
</cp:coreProperties>
</file>