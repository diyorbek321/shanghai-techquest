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App va Routing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Django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5681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5-oy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18-hafta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App va routing — Django'da manzil qaysi kodga olib borishini belgilaymiz.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53/96 — App va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App yaratib, uni loyihaga ulay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MVT arxitekturasini tushuntira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urls.py da yo'llarni sozlay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include() bilan app urls'ini ulay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53/96 — App va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«Django kirish»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Django o'rnatish (venv)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(Django loyihasini yaratib ishga tushirish…)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53/96 — App va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Loyihaning mustaqil bo'limi. O'z modeli va view'lari bor.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MVT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Model-View-Template — Django arxitekturasi.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Ma'lumot tuzilishi (baza jadvali).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So'rovni qabul qilib, javob qaytaradigan funksiya.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Template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HTML shablon.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path()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URL naqshini view bilan bog'laydi.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53/96 — App va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App — loyihaning mustaqil, qayta ishlatsa bo'ladigan bo'limi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Bitta loyihada bir nechta app bo'lishi mumkin: blog, shop, users.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app o'z modeli, view'i va urls'iga ega.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Yaratgandan keyin INSTALLED_APPS ga qo'shish SHART.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Yaxshi app boshqa loyihaga ham ko'chirilishi mumkin.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78985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78985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startapp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blog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21012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21012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663039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663039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6A6A76"/>
                </a:solidFill>
                <a:latin typeface="DejaVu Sans Mono"/>
              </a:rPr>
              <a:t># blog/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05066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05066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6A6A76"/>
                </a:solidFill>
                <a:latin typeface="DejaVu Sans Mono"/>
              </a:rPr>
              <a:t># ├── __init__.py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147093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147093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6A6A76"/>
                </a:solidFill>
                <a:latin typeface="DejaVu Sans Mono"/>
              </a:rPr>
              <a:t># ├── admin.py      ← admin panel sozlamasi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389120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389120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6A6A76"/>
                </a:solidFill>
                <a:latin typeface="DejaVu Sans Mono"/>
              </a:rPr>
              <a:t># ├── apps.py       ← app konfiguratsiyasi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631147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631147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6A6A76"/>
                </a:solidFill>
                <a:latin typeface="DejaVu Sans Mono"/>
              </a:rPr>
              <a:t># ├── models.py     ← baza jadvallari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873174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873174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6A6A76"/>
                </a:solidFill>
                <a:latin typeface="DejaVu Sans Mono"/>
              </a:rPr>
              <a:t># ├── views.py      ← so'rovga javob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115201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115201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6A6A76"/>
                </a:solidFill>
                <a:latin typeface="DejaVu Sans Mono"/>
              </a:rPr>
              <a:t># ├── tests.py      ← testlar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357228"/>
            <a:ext cx="219456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6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357228"/>
            <a:ext cx="4763859" cy="242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6A6A76"/>
                </a:solidFill>
                <a:latin typeface="DejaVu Sans Mono"/>
              </a:rPr>
              <a:t># └── migrations/   ← baza o'zgarishlari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53/96 — App va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MVT — so'rov Model, View va Template orqali o'tadi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URL → View chaqiriladi.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View → Model'dan ma'lumot oladi.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View → Template'ga ma'lumot beradi.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Template → HTML tayyorlaydi va javob qaytadi.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MVT oqimi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So'rov: GET /blog/postlar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22013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22013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81370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81370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 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40727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40727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urls.py     — qaysi view?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00084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00084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 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59441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59441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 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518798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18798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views.py    — mantiq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78155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78155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 │  ├──► models.py  (bazadan o'qish)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037512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037512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 │  └──► template   (HTML tayyorlash)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296869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296869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 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55622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556226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Javob: 200 OK + 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53/96 — App va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include() bilan app'ning urls'ini asosiyga ulaymiz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config/urls.py — asosiy routing.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blog/urls.py — app'ning o'z yo'llari.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include() ikkalasini bog'laydi.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app'ni mustaqil va ko'chiriladigan qiladi.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urls.py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config/urls.py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3047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3047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contrib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9829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9829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urls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include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6611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6611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3393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3393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urlpatterns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0175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0175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admin/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admin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site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urls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3951284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396957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96957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blog/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include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blog.urls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137391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137391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305210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305210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473029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473029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blog/urls.py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64084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64084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urls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path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80866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80866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views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97648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97648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514430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14430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urlpatterns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65379" y="5293836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211683" y="531212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31212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bosh_sahifa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name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bosh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65379" y="5461655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211683" y="547994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47994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haqida/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haqida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name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haqida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1683" y="564776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2579" y="564776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/blog/ + "" → /blog/ ;  /blog/ + "haqida/" → /blog/haqida/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53/96 — App va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Ikki sahifali saytni to'liq sozlab chiqamiz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loyiha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1) Terminal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 python manage.py startapp blog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2) config/settings.py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INSTALLED_APPS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A6A76"/>
                </a:solidFill>
                <a:latin typeface="DejaVu Sans Mono"/>
              </a:rPr>
              <a:t># 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" y="375589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blog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3) blog/views.py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http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HttpResponse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" y="470267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bosh_sahifa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HttpResponse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&lt;h1&gt;Bosh sahifa&lt;/h1&gt;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haqida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HttpResponse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&lt;h1&gt;Biz haqimizda&lt;/h1&gt;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4) blog/urls.py (yangi fayl yarating)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urls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path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urlpatterns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8952" y="646097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bosh_sahifa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name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bosh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haqida/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haqida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name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haqida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5) config/urls.py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urls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include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urlpatterns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58952" y="754300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admin/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admin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site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urls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include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blog.urls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7-satr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App INSTALLED_APPS ga qo'shilmasa — Django uni ko'rmaydi.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14-satr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View — birinchi parametri har doim request.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27-satr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name="bosh" — keyinchalik URL'ni nom bilan chaqirish uchun.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35-satr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path("", …) — prefiks yo'q, blog to'g'ridan-to'g'ri ildizda.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53/96 — App va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config/urls.py da path("blog/", include("blog.urls")) va blog/urls.py da path("haqida/", …) bo'lsa — to'liq manzil qanday?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config/urls.py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blog/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include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blog.urls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blog/urls.py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haqida/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haqida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/haqida/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/blog/haqida/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/blog/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/haqida/blog/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53/96 — App va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startapp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ls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blog/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__init__.py  admin.py  apps.py  migrations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models.py  tests.py  views.py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Django app skeletini avtomatik yaratdi. urls.py yo'q — uni QO'LDA yaratish kerak. Bu eng ko'p unutiladigan qadam.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53/96 — App va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routing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config/urls.py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6447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6447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urls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6629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6629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6812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56812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urlpatterns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769941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769941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blog/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blog.urls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971762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971762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173583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173583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375404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375404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blog/urls.py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577225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577225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urls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779046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779046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98086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98086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18268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18268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urlpatterns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38450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38450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bosh_sahifa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bosh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58633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58633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App urls'ini ulaydigan funksiya — 7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URL naqshini e'lon qiladigan funksiya — 4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View'lar joylashgan modul nomi.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URL'ga nom beruvchi parametr — 4 harf.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53/96 — App va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app qo'shish bosqichlarini tartibga soling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# blog/views.py — funksiya yozish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view yozish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729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2644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1729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29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python manage.py startapp blog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1729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app yaratish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587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9502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8587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587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# settings.py: INSTALLED_APPS += ["blog"]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8587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ro'yxatga qo'shish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445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6360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5445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# blog/urls.py — yangi fayl yaratish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5445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app urls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303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53218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52303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2303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# config/urls.py: include("blog.urls")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52303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5 · asosiyga ulash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53/96 — App va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367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367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0" i="0">
                <a:solidFill>
                  <a:srgbClr val="FFFFFF"/>
                </a:solidFill>
                <a:latin typeface="DejaVu Sans Mono"/>
              </a:rPr>
              <a:t>urlpatterns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5162"/>
            <a:ext cx="219456" cy="2367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5162"/>
            <a:ext cx="4876641" cy="2367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bosh_sahifa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name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bosh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01908"/>
            <a:ext cx="219456" cy="2367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01908"/>
            <a:ext cx="4876641" cy="2367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«kontakt/» sahifasini qo'shing.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Unga mos view yozing.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config/urls.py da prefiksni «blog/» ga o'zgartirib, farqni ko'ring.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53/96 — App va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App yaratib, INSTALLED_APPS ga qo'shing.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2 ta sahifali sayt yozing (bosh sahifa va haqida).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3-sahifa qo'shing va barcha URL'larga name bering.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53/96 — App va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app yaratildi, lekin INSTALLED_APPS ga qo'shilmadi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INSTALLED_APPS = [..., "blog"]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Qo'shilmagan app'ning modellari va shablonlari topilmaydi.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path("haqida", views.haqida)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path("haqida/", views.haqida)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Django yo'l oxirida / bo'lishini kutadi (APPEND_SLASH).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from blog import views  # blog/urls.py ichida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from . import 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App ichida nisbiy import ishlating — app ko'chirilsa ham ishlaydi.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53/96 — App va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App va project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MVT nimani anglatadi?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include() nima qiladi?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manage.py nima uchun kerak?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REST'da resurs nomi qanday yoziladi?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53/96 — App va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startapp → INSTALLED_APPS ga qo'shish → views → urls → include.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MVT: URL → View → Model va Template → Javob.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App'ning urls.py fayli avtomatik yaratilmaydi — qo'lda yozasiz.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53/96 — App va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2 ta sahifali oddiy sayt (urls sozlash)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52: Django kirish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50: HTTP protokoli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41: Ma'lumot o'zgartirish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URL'ga /talaba/5 deb yozsak, 5 raqamini view ichida qanday olamiz?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53: App va Routing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Django</cp:category>
</cp:coreProperties>
</file>