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Satrlar (Strings)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Matnning ichiga kiramiz: har bir harfning o'z raqami bor. Bugun harflarni kesib olishni o'rganamiz.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Satr indeksi 0 dan boshlanishini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ism[0] va ism[-1] bilan harf ajratib ola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Slicing [a:b] bilan satrning bir qismini kesib ola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len() bilan satr uzunligini o'lchay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«Arifmetik operatorlar»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+ - * / // % ** amallar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(Ikki sonni qo'shib/ko'paytiruvchi kalkulyator (input orqali)…)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Indeks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Har bir harfning tartib raqami. 0 dan boshlanadi!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s[0]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Birinchi harf. s[1] — ikkinchi.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s[-1]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Oxirgi harf. s[-2] — oxiridan ikkinchi.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Slicing s[a:b]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 dan b gacha kesadi. b O'ZI KIRMAYDI.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len(s)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Satrdagi belgilar soni (bo'sh joy ham hisoblanadi).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Konkatenatsiya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Satrlarni + bilan yopishtirish.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Sanoq 0 dan boshlanadi — birinchi harf s[1] emas, s[0]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yangi boshlovchilar eng ko'p adashadigan joy.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"PYTHON" da: P=0, Y=1, T=2, H=3, O=4, N=5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Manfiy indeks oxiridan sanaydi: -1 oxirgi, -2 oxiridan ikkinchi.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Mavjud bo'lmagan indeks → IndexError xatosi.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indeks.py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   012345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  -654321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4370832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911850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s[-1] — oxirgi harfni olishning eng qulay usuli. Uzunlikni bilish shart emas.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Slicing [a:b] a-indeksdan boshlaydi, lekin b-indeksni OLMAYDI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s[0:3] → 0, 1, 2 indekslar. 3 kirmaydi.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Boshini tashlab ketsa — boshidan: s[:3]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Oxirini tashlab ketsa — oxirigacha: s[3:]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Ikkalasini ham tashlasa — butun nusxa: s[:]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slicing.py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851146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PYT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PYT (bir xil)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68096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THO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95147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Ismning birinchi va oxirgi harfini ajratib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harflar.py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3657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3657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Ismingiz: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0708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559305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57759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birinchi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3829814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4810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oxirgi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4100323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11861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uzunlik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38912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65962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Birinchi harf: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birinchi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93013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Oxirgi harf: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oxirgi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520064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Uzunligi: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uzunlik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ta harf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5452868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5256" y="54711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47115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Bosh harflar: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upper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ism[0] — birinchi harf. 1 emas, 0!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4-satr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ism[-1] — oxirgi harf. len(ism)-1 yozish shart emas.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len() belgilar sonini beradi. Bo'sh joy ham sanaladi.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Slicing va metodni birga ishlatsa bo'ladi: kesib, keyin katta harfga o'girdik.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word = "SALOM" bo'lsa, word[1:4]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word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word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SALO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ALO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ALOM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word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word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word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word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word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ALO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word[1:4] → 1, 2, 3 indekslar = A, L, O. 4-indeks (M) kirmaydi — bu slicing'ning asosiy qoidasi.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Backend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s[:4] va s[4:] ni birlashtirsak asl so'z chiqadimi?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s[7] deb yozsak nima bo'ladi? Nima uchun?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s[-1] o'rniga s[len(s)-1] yozsak — natija bir xilmi?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Bo'sh joyli matnda len() nimani sanaydi?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inisiallarni chiqarsin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Ism: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familiya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Familiya: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bosh1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bosh2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familiya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bosh1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bosh2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Birinchi harfning indeksi nechchi? 1 emas.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Ikkala qatorda ham bir xil raqam turadi.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«Aziza Karimova» uchun natija: A.K.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Birinchi 3 ta harfni chiqaring (slicing bilan).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Oxirgi 2 ta harfni chiqaring.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So'zni teskari chiqaring — s[::-1] ni sinab ko'ring.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So'z so'rab, uning 1-, o'rtadagi va oxirgi harfini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To'liq ismni so'rab, faqat bosh harflarini chiqaring (A.K.).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So'z so'rab, uni teskari yozing va asl so'z bilan bir xilmi yoki yo'qmi tekshiring (palindrom).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"Python"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print(s[1])  # P kutilgan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"Python"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print(s[0])  # 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Indeks 0 dan boshlanadi. s[1] → 'y' beradi.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"abc"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print(s[3])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"abc"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print(s[-1])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3 ta harfda indekslar 0,1,2. s[3] → IndexError.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print(s[0:3])  # 4 ta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harf kutilgan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print(s[0:4])  # 4 ta harf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Slicing'da oxirgi raqam kirmaydi. 4 ta harf uchun [0:4].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Birinchi harfning indeksi nechchi?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s[-1] nima beradi?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"SALOM"[1:3] nima chiqaradi?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7 % 2 nechchi? Nimani bildiradi?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int() va str() farqi nimada?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Indeks 0 dan boshlanadi. Oxirgi harf — s[-1].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Slicing s[a:b] — b indeks KIRMAYDI. s[:3] boshidan, s[3:] oxirigacha.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len() belgilar sonini beradi, bo'sh joyni ham sanaydi.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5/96 — Satrlar (Strings)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Ismning birinchi va oxirgi harfini chiqaruvchi dastur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4: Arifmetik operatorlar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2: O'zgaruvchilar (Variables)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1: Dasturlashga kirish va sozlash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Satrlar (Strings)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Foydalanuvchi «  ALI  » deb yozdi — bo'sh joylar bilan. Ularni qanday tozalaymiz?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5: Satrlar (Strings) 1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