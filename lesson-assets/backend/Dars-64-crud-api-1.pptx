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CRUD API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22-hafta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GET va POST endpointlarini chuqurroq o'rganamiz: list, retrieve va create.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list va retrieve amallarini farqlay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POST bilan yangi obyekt yarata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201 Created status kodini to'g'ri qaytara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perform_create bilan qo'shimcha mantiq qo'sha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«ViewSets &amp; Routers»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ModelSerializer, ViewSets, Routers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(ViewSet bilan to'liq endpoint yaratish…)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GET /resurs/ — hammasini qaytaradi.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GET /resurs/{pk}/ — bittasini qaytaradi.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create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POST /resurs/ — yangi yaratadi.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201 Created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Yaratilganda qaytariladigan status kod.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perform_create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Saqlashdan oldin qo'shimcha mantiq.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Location header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Yangi resursning manzili.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list ro'yxatni, retrieve esa bitta obyektni qaytaradi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list — many=True, natija massiv.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retrieve — bitta obyekt, natija obyekt.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Client uchun bu farq muhim: [ ] yoki { }.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ViewSet ikkalasini ham avtomatik beradi.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javoblar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44783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44783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# GET /api/postlar/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71026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71026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[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97269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97269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{"id": 1, "sarlavha": "Django"},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23512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23512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{"id": 2, "sarlavha": "ORM"}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49755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49755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75998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75998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02241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02241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# GET /api/postlar/1/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28484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28484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{"id": 1, "sarlavha": "Django", "matn": "..."}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954727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954727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180970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180970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# GET /api/postlar/999/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407213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407213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{"detail": "Not found."}      ← 404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POST muvaffaqiyatli bo'lsa 201 qaytarish kerak, 200 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201 Created — yangi resurs yaratildi.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Javobda yaratilgan obyekt qaytariladi (id bilan).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Validatsiya xatosi bo'lsa — 400 Bad Request.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ViewSet buni avtomatik to'g'ri qiladi.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post.py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PostRoyxat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APIView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2115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2115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7964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7964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3814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3814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9664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9664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75513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5513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1363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1363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07212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07212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23062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23062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38912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38912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54761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54761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70611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70611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errors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65379" y="4846320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211683" y="486460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86460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HTTP_400_BAD_REQUEST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02310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02310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18160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18160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34009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34009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49859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49859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65379" y="5638800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211683" y="565708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65708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HTTP_201_CREATED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perform_create — saqlashdan oldin qo'shimcha ma'lumot qo'shish joyi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ViewSet'da create() ni to'liq qayta yozish shart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perform_create(serializer) — faqat saqlash qismi.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serializer.save(muallif=self.request.user) — qo'shimcha maydon.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67-darsda auth bilan juda kerak bo'ladi.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perform_create.py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46867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46867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00701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00701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54535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54535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008369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008369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4243915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4262203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262203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7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perform_create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serializer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516037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516037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serializer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751583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769871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69871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23705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23705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77539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77539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Ma'lumot yaratish va ko'rish API'sini to'liq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blog/views.py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APIView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shortcuts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get_object_or_404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PostRoyxat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APIView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" y="524368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raise_exception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" y="537894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952" y="564944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HTTP_201_CREATED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PostBatafsil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APIView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get_object_or_404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Xuddi shu narsa ViewSet bilan: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8952" y="700198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18-satr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raise_exception=True — xato bo'lsa DRF o'zi 400 qaytaradi. if yozish kerak emas.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19-satr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save() serializer.create() ni chaqiradi va obyektni yaratadi.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201 — yaratilgan. 200 emas! Bu REST konvensiyasi.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31-satr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ViewSet 10 satrni 3 satrga aylantirdi va status kodlarni to'g'ri qo'ydi.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POST muvaffaqiyatli bo'lsa qaysi status kod to'g'ri?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POST /api/postlar/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{"sarlavha": "Yangi", "matn": "..."}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200 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201 Created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204 No Content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301 Moved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-X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http://127.0.0.1:8000/api/postlar/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583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583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'Content-Type: application/json'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6325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6325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'{"sarlavha": "Test", "matn": "Matn"}'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8067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8067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9809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9809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-X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http://127.0.0.1:8000/api/postlar/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41551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41551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'Content-Type: application/json'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3293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3293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'{"matn": "sarlavhasiz"}'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HTTP/1.1 201 Created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{"id":3,"sarlavha":"Test","matn":"Matn"}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HTTP/1.1 400 Bad Request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45" b="0" i="0">
                <a:solidFill>
                  <a:srgbClr val="FFFFFF"/>
                </a:solidFill>
                <a:latin typeface="DejaVu Sans Mono"/>
              </a:rPr>
              <a:t>{"sarlavha":["This field is required."]}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Birinchi so'rov to'g'ri — 201 va yaratilgan obyekt (id bilan). Ikkinchisida sarlavha yo'q — 400 va qaysi maydon xato ekani aniq aytilgan. Client shu xabarni foydalanuvchiga ko'rsatadi.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POST endpoint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285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2285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9336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387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438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_______________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489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59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164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869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___________________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574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5744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Kirish uchun nomli argument (61-dars).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DRF'da so'rov body'si — request.…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Xato bo'lsa avtomatik 400 qaytaradi — raise_…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Yaratilganda 201 — status.HTTP_201_…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3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76173"/>
            <a:ext cx="219456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76173"/>
            <a:ext cx="4876641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23930"/>
            <a:ext cx="219456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23930"/>
            <a:ext cx="4876641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73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is_valid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71687"/>
            <a:ext cx="219456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71687"/>
            <a:ext cx="4876641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19444"/>
            <a:ext cx="219456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19444"/>
            <a:ext cx="4876641" cy="247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73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Response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ser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73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37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status=201 qo'shing.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Xato holatida 400 qaytaring.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raise_exception=True bilan qisqartiring.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GET (list) va POST (create) endpointlarini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Status kodlarni to'g'ri qaytaring: 200, 201, 400, 404.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curl yoki Postman bilan barcha holatlarni sinab ko'ring.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return Response(ser.data)  # POST'dan keyin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return Response(ser.data, status=201)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Yaratilganda 201 qaytariladi — client shu bilan farqlaydi.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ser = PostSerializer(request.data)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ser = PostSerializer(data=request.data)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data= bo'lmasa DRF uni obyekt deb qabul qiladi.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ser.save()  # is_valid() yo'q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ser.is_valid(raise_exception=True)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ser.save()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is_valid()'siz save() AssertionError beradi.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list va retrieve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POST muvaffaqiyatli bo'lsa qaysi kod qaytadi?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raise_exception=True nima 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Router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.as_view() nima uchun kerak?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list → massiv, retrieve → bitta obyekt. Client uchun bu farq muhim.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POST muvaffaqiyatli → 201 Created + yaratilgan obyekt. Xato → 400 + xatolar.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raise_exception=True — validatsiya xatosini DRF o'zi 400 qilib qaytaradi.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64/96 — CRUD API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Ma'lumot yaratish va ko'rish API'si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63: ViewSets &amp; Routers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61: DRF kirish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52: Django kirish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CRUD API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Yaratdik. Endi o'zgartirish va o'chirish kerak. PUT va PATCH farqi nimada?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64: CRUD API 1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DRF</cp:category>
</cp:coreProperties>
</file>