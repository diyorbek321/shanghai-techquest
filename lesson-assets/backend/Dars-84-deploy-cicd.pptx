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Deploy &amp;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771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Deploy va CI/CD — kodni bir push bilan internetga chiqarish.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Deploy platformalarini solishtirib tanlay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Loyihani Railway/Render'ga deploy qila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CI/CD g'oyasini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GitHub Actions bilan avtomatik test sozlay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«Gunicorn &amp; Nginx»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Gunicorn (WSGI), Nginx (reverse proxy). collectstatic, static fayllar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server uchun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 ishlab turgan serverga chiqarish.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Platform as a Service — server boshqarish kerak 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Continuous Integration — har push'da avtomatik tekshiruv.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Continuous Deployment — avtomatik deploy.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CI/CD bosqichlari ketma-ketligi.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GitHub Actions'dagi pipeline fayli.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PaaS platformalar serverni siz uchun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VPS — to'liq nazorat, lekin hamma narsani o'zingiz sozlaysiz.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PaaS (Railway, Render) — git push qilasiz, qolgani avtomatik.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Birinchi loyihalar uchun PaaS ancha qulay.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Baza, Redis ham bir tugma bilan qo'shiladi.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taqqoslash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0149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0149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PLATFORMA     QULAYLIK  NAZORAT  NARX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3276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3276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───────────   ────────  ───────  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6403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6403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Railway       ★★★★★     ★★       5$/oy dan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9530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9530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Render        ★★★★★     ★★       bepul tarif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2657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2657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Fly.io        ★★★★      ★★★      bepul tarif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784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784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DigitalOcean  ★★        ★★★★★    6$/oy dan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039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039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Kerakli fayllar: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5166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5166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requirements.txt   (bog'liqliklar)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8293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8293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Procfile           (qanday ishga tushirish)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1420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1420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runtime.txt        (Python versiyasi)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4547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4547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.env               (platformada sozlanadi)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Deploy'dan oldingi tekshiruv ro'yxati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DEBUG=False, SECRET_KEY .env'da.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ALLOWED_HOSTS to'g'ri to'ldirilgan.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collectstatic bajarilgan (whitenoise yoki CDN).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migrate deploy paytida avtomatik ishlasin.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deploy fayllari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Procfile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1218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release: python manage.py migrate --noinput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web: gunicorn config.wsgi --bind 0.0.0.0:$PORT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worker: celery -A config worker -l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runtime.txt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python-3.12.3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settings.py — static uchun whitenoise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MIDDLEWARE = [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"django.middleware.security.SecurityMiddleware",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79037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"whitenoise.middleware.WhiteNoiseMiddleware",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#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STORAGES = {"staticfiles": {"BACKEND":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"whitenoise.storage."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"CompressedManifestStaticFilesStorage"}}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CI — har push'da testlar avtomatik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yiqilsa — merge qilishga yo'l qo'yilmaydi.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PR tekshiriladi, xato prod'ga yetib bormaydi.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.github/workflows/ci.yml faylida sozlanadi.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Bepul (ochiq repozitoriylar uchun).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.github/workflows/ci.yml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name: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push: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branches: [main]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pull_request: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jobs: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test: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runs-on: ubuntu-latest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services: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image: postgres:16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env: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POSTGRES_PASSWORD: parol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options: &gt;-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--health-cmd pg_isready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steps: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65379" y="564944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uses: actions/checkout@v4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uses: actions/setup-python@v5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with: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python-version: "3.12"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run: pip install -r requirements.txt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5379" y="632571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11683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2579" y="634400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run: pytest --cov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6-oy loyihasini internetga chiqaramiz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1) Tayyorgarlik 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gunicorn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whitenoise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psycopg2-binary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freeze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Procfile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&lt;&lt;'EOF'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release: python manage.py migrate --noinput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web: gunicorn config.wsgi --bind 0.0.0.0:$PORT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EOF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'python-3.12.3'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runtime.txt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2) Tekshiruv ─────────────────────────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check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3) Git ───────────────────────────────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'chore: deploy uchun tayyorgarlik'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4) Railway'da ────────────────────────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railway.app → New Project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→ Deploy from GitHub repo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→ Add PostgreSQL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→ Variables: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  SECRET_KEY=...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  DEBUG=False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  ALLOWED_HOSTS=.railway.app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  DATABASE_URL=(avtomatik)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5) Har keyingi deploy ────────────────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→ avtomatik deploy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release — har deploy'da migratsiya avtomatik bajariladi.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$PORT — platforma o'zi beradi. Qat'iy port yozmang.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check --deploy — Django'ning o'z xavfsizlik tekshiruvi. Deploy'dan oldin MAJBURIY.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 marta sozlangandan keyin git push yetarli — bu CD.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manage.py check --deploy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check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--deploy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Deploy qiladi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Xavfsizlik sozlamalarini tekshiradi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Testlarni ishga tushiradi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Static yig'adi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check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--deploy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WARNINGS: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?: (security.W004) SECURE_HSTS_SECONDS not set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?: (security.W008) SECURE_SSL_REDIRECT not True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?: (security.W012) SESSION_COOKIE_SECURE not True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?: (security.W018) DEBUG should not be True in deployment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System check identified 4 issues.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Django o'zi xavfsizlik muammolarini topdi. Eng muhimi — W018: DEBUG=True prod'da xato sahifalarida butun kodni ko'rsatadi. Deploy'dan OLDIN hammasini tuzating.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deploy tayyorgarligi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4087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4087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# Procfile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0778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0778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release: python manage.py _______ --noinput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7468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7468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web: _________ config.wsgi --bind 0.0.0.0:$____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4159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4159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849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849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# settings.py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DEBUG = env.bool("DEBUG", default=_____)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231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231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ALLOWED_HOSTS = env.____("ALLOWED_HOSTS")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0921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0921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7612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7612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# Tekshiruv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4302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4302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python manage.py _____ --deploy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Baza jadvallarini yangilaydi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WSGI serveri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Platforma beradigan port o'zgaruvchisi.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Prod'da DEBUG qanday bo'lishi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web: gunicorn config.wsgi --bind 0.0.0.0:8000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Portni $PORT o'zgaruvchisiga almashtiring.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release qatorini qo'shing (migrate).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worker qatorini qo'shing (Celery).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Procfile va runtime.txt yozing, check --deploy ni tuzating.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 Railway yoki Render'ga deploy qiling.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GitHub Actions bilan CI sozlang — har push'da testlar ishlasin.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DEBUG = True  # prod'da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DEBUG = env.bool("DEBUG", default=False)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Prod'da DEBUG=True xato sahifasida butun kod va sozlamalarni ko'rsatadi.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--bind 0.0.0.0:8000  # PaaS'da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--bind 0.0.0.0:$PORT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PaaS o'z portini beradi. Qat'iy port ishlamaydi.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ALLOWED_HOSTS = ['*']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ALLOWED_HOSTS = ['.railway.app', 'blog.uz']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'*' Host header hujumlariga yo'l ochadi.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PaaS va VPS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CI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check --deploy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collectstatic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SSH kalit qanday ishlaydi?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PaaS (Railway/Render) — git push qilasiz, qolgani avtomatik. Birinchi loyihalar uchun ideal.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Deploy'dan oldin: DEBUG=False, SECRET_KEY .env'da, ALLOWED_HOSTS, check --deploy.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CI — har push'da testlar avtomatik ishlaydi. Xato prod'ga yetib bormaydi.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84/96 — Deploy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6-oy loyihasini internetga chiqarish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7-oydagi testing va DevOps mavzularini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Docker va deploy qadamlarini qaytadan bajarib ko'ring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Loyihangizni internetga chiqarib, havolani saqlang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Loyiha rejasi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Endi hamma vositani bilamiz. Oxirgi oy — portfolio uchun eng yaxshi loyihangizni quramiz. G'oyangiz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84: Deploy &amp; CI/CD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Deployment</cp:category>
</cp:coreProperties>
</file>