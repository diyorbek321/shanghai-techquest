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Funksiyalar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chuqurroq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405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5304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6-hafta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return — funksiya natijani qaytaradi va uni keyingi hisobda ishlatsa bo'ladi.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return bilan natija qaytara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print va return farqini aniq tushuntira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Bir nechta qiymat qaytara olasiz (tuple orqali).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Default va keyword argumentlarni ishlata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«Funksiyalar 1»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Funksiya nima, def, chaqirish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(3 ta amal bajaruvchi funksiya yozish…)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Natijani qaytaradi va funksiyani DARHOL tugatadi.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return yozilmasa funksiya shuni qaytaradi.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Default parametr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def f(x=10) — argument berilmasa 10 ishlatiladi.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Keyword argument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f(radius=5) — nomi bilan berish.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Positional argument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f(5) — tartib bo'yicha berish.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Ko'p qiymat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return a, b — tuple qaytaradi.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print ekranga chiqaradi, return esa qiymatni QAYTARADI — bu butunlay boshqa narsa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print — odam ko'rishi uchun. Natija hech qayerda saqlanmaydi.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return — dastur ishlatishi uchun. Natijani o'zgaruvchiga olsa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return'siz funksiya None qaytaradi.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return bajarilishi bilan funksiya tugaydi — pastdagi kod ishlamaydi.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print_vs_return.py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09129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09129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kvadrat_print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05491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05491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8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01853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01853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98215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98215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kvadrat_return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4076289"/>
            <a:ext cx="5367363" cy="1963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4094577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094577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290939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290939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487301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487301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kvadrat_print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088" b="0" i="0">
                <a:solidFill>
                  <a:srgbClr val="6A6A76"/>
                </a:solidFill>
                <a:latin typeface="DejaVu Sans Mono"/>
              </a:rPr>
              <a:t># 25 chiqdi, a = None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665375"/>
            <a:ext cx="5367363" cy="1963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683663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683663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kvadrat_return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88" b="0" i="0">
                <a:solidFill>
                  <a:srgbClr val="6A6A76"/>
                </a:solidFill>
                <a:latin typeface="DejaVu Sans Mono"/>
              </a:rPr>
              <a:t># hech nima chiqmadi, b = 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880025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880025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076387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076387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                </a:t>
            </a:r>
            <a:r>
              <a:rPr sz="1088" b="0" i="0">
                <a:solidFill>
                  <a:srgbClr val="6A6A76"/>
                </a:solidFill>
                <a:latin typeface="DejaVu Sans Mono"/>
              </a:rPr>
              <a:t># None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272749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272749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088" b="0" i="0">
                <a:solidFill>
                  <a:srgbClr val="6A6A76"/>
                </a:solidFill>
                <a:latin typeface="DejaVu Sans Mono"/>
              </a:rPr>
              <a:t># 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a + 10 yozsangiz xato chiqadi: None ga son qo'shib bo'lmaydi.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Bir nechta qiymat qaytarish uchun ularni vergul bilan yozing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return a, b — aslida tuple qaytaradi.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Qabul qilishda ham vergul: x, y = funksiya()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unpacking — 12-darsda tuple bilan ko'rgan edik.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Ikkitadan ortiq qaytarilsa — dict qaytargan ma'qul.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kop_qiymat.py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statistika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70443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70443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eng_kichik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7AB8E0"/>
                </a:solidFill>
                <a:latin typeface="DejaVu Sans Mono"/>
              </a:rPr>
              <a:t>min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812470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812470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eng_katta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7AB8E0"/>
                </a:solidFill>
                <a:latin typeface="DejaVu Sans Mono"/>
              </a:rPr>
              <a:t>max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054497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054497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ortacha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4278236"/>
            <a:ext cx="5367363" cy="24202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4296524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296524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eng_kichik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eng_katta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ortacha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538551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538551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762290"/>
            <a:ext cx="5367363" cy="24202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780578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80578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statistika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8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20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22605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22605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Min: 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, Max: 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, O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rtacha: 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Default parametr funksiyani chaqirishni soddalashtiradi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def f(a, b=10) — b berilmasa 10 ishlatiladi.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Default parametrlar oxirida turishi SHART.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Keyword bilan chaqirish tartibni ahamiyatsiz qiladi: f(b=5, a=1)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Kod o'qilishini yaxshilaydi: yuza(radius=5)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default.py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310128"/>
            <a:ext cx="5367363" cy="24202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328416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328416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doira_yuzasi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radius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pi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3.14159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683" y="3570443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570443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pi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radius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812470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812470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4054497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4054497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doira_yuzasi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342" b="0" i="0">
                <a:solidFill>
                  <a:srgbClr val="6A6A76"/>
                </a:solidFill>
                <a:latin typeface="DejaVu Sans Mono"/>
              </a:rPr>
              <a:t># 3.14159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296524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296524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doira_yuzasi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          </a:t>
            </a:r>
            <a:r>
              <a:rPr sz="1342" b="0" i="0">
                <a:solidFill>
                  <a:srgbClr val="6A6A76"/>
                </a:solidFill>
                <a:latin typeface="DejaVu Sans Mono"/>
              </a:rPr>
              <a:t># 78.53975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5379" y="4520263"/>
            <a:ext cx="5367363" cy="24202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11683" y="4538551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38551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doira_yuzasi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radius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342" b="0" i="0">
                <a:solidFill>
                  <a:srgbClr val="6A6A76"/>
                </a:solidFill>
                <a:latin typeface="DejaVu Sans Mono"/>
              </a:rPr>
              <a:t># keyword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80578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80578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doira_yuzasi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pi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3.14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radius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Doira yuzasini hisoblovchi funksiyani to'liq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doira.py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2115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21152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7964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79648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814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438144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doira_yuzasi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radius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9664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96640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"""Radius bo'yicha doira yuzasini qaytaradi."""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3736848"/>
            <a:ext cx="634575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375513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755136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radius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3895344"/>
            <a:ext cx="634575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5256" y="391363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13632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" y="4053840"/>
            <a:ext cx="634575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5256" y="407212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72128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math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pi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radius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23062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230624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8912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89120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54761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547616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doira_uzunligi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radius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70611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706112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"""Aylana uzunligini qaytaradi."""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86460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864608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math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pi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radius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502310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5023104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518160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5181600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34009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340096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r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float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Radius: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" y="5480304"/>
            <a:ext cx="634575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05256" y="549859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498592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Yuza: 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doira_yuzasi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.2f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65708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657088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Uzunlik: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doira_uzunligi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.2f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Xatoli ma'lumotni boshida ushlash — «guard clause» naqshi.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return bajarildi — 8-satrga umuman yetib borilmaydi.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Asosiy hisob. math.pi — aniqroq qiymat (3.141592653…).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17-satr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Natija qaytdi — uni to'g'ridan-to'g'ri formatlab chiqaryapmiz.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10 / 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10 / None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None / 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10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None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print(x*2) → 10 ekranga chiqdi. Lekin funksiyada return yo'q — u None qaytardi. natija = None bo'ldi. return x * 2 yozilsa — natija 10 bo'lardi.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yig'indini QAYTARSIN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2285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2285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9336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6387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3438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0489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16 chiqishi kerak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459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kop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164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869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4574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45744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kop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10 chiqishi kerak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qiymat qaytaradigan kalit so'z (print emas!).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standart qiymat — kop(5) natijasi 10 bo'lishi kerak.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print yozsangiz natija * 2 xato beradi.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Eng katta sonni qaytaruvchi funksiya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if b &gt; eng_katta: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taqqoslash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2644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1729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29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def eng_kattasi(a, b, c):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1729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e'lon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587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9502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587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eng_katta =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8587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boshlang'ich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6360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5445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    eng_katta =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5445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yangilash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303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53218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52303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303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return eng_katta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52303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natijani qaytarish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 uchun standart qiymat 0 qo'ying va qosh(5) ni sinang.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Yig'indi bilan birga ko'paytmani ham qaytaring (2 qiymat).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Keyword argument bilan chaqiring: qosh(b=10, a=1).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Ikki sonning yig'indisini QAYTARADIGAN funksiya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Doira yuzasini hisoblovchi funksiya yozing (radius default = 1).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Ro'yxat qabul qilib, uning min, max va o'rtachasini qaytaruvchi funksiya yozing.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f(x):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print(x * 2)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y = f(5) + 1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f(x):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x * 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y = f(5) + 1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print qaytarmaydi. None + 1 → TypeError.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f(a=1, b):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a +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f(b, a=1):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a +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Default qiymatli parametrlar oxirida turishi shart.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f(x):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x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print("bu")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f(x):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print("bu")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return dan keyingi kod hech qachon bajarilmaydi.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print va return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return'siz funksiya nima qaytaradi?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Default parametr qayerda turishi kerak?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Funksiya qanday chaqiriladi?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list(set(a))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print ekranga chiqaradi, return qiymatni dasturga qaytaradi. Ular almashtirilmaydi.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return bajarilishi bilan funksiya tugaydi. Undan keyingi kod ishlamaydi.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Default parametrlar oxirida turadi. Keyword argument tartibni ahamiyatsiz qiladi.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17/96 — Funksiyalar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Doira yuzasini hisoblovchi funksiya (default radius bilan)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16: Funksiyalar 1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14: Dictionary 2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5: Satrlar (Strings) 1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Funksiyalar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Nechta argument kelishini oldindan bilmasangiz-chi? Masalan print() istalgancha argument qabul qiladi — qanday qilib?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17: Funksiyalar 2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chuqurroq</cp:category>
</cp:coreProperties>
</file>