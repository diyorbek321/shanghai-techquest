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Dictionary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Dict bo'ylab aylanish, ichma-ich tuzilmalar va KeyError'dan himoyalanish usullari.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keys(), values(), items() metodlarini ishlata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for bilan dict bo'ylab aylanib chiqa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get() bilan xavfsiz qiymat ola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Ichma-ich (nested) dict tuzilmasini o'qiy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«Dictionary 1»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Dictionary (lug'at): key-value juftliklari, yaratish, o'qish, qo'shish, o'zgartirish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(Telefon kitobi (ism → raqam) dasturi…)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.keys()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Barcha kalitlarni beradi.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.values()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Barcha qiymatlarni beradi.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.items()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(kalit, qiymat) juftliklarini beradi.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.get(k)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Qiymatni oladi. Kalit yo'q bo'lsa — None (xato yo'q).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.get(k, 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Kalit yo'q bo'lsa d qiymatini qaytaradi.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Nested 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Dict ichida dict. API javoblari shunday keladi.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items() bilan kalit va qiymatni bir vaqtda olamiz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k in d: — faqat kalitlarni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v in d.values(): — faqat qiymatlarni.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k, v in d.items(): — ikkalasini birga. Eng qulayi.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naqsh backend'da har kuni ishlatiladi.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aylanish.py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sut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C9A961"/>
                </a:solidFill>
                <a:latin typeface="DejaVu Sans Mono"/>
              </a:rPr>
              <a:t>12000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yog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C9A961"/>
                </a:solidFill>
                <a:latin typeface="DejaVu Sans Mono"/>
              </a:rPr>
              <a:t>45000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8554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8554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28692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28692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28830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28830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0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28968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28968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29106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29106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values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29244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29244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0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29382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29382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911232"/>
            <a:ext cx="5367363" cy="20013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929520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929520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129658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129658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0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09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,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 so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10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0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Oxirgi variant — eng ko'p ishlatiladigan naqsh. Yodda tuting.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get() KeyError bermaydi — u shunchaki None qaytaradi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d["yoq"]        → KeyError, dastur qulaydi.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d.get("yoq")    → None, dastur davom etadi.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d.get("yoq", 0) → 0. Standart qiymat berish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Foydalanuvchi ma'lumoti bilan ishlaganda get() xavfsizroq.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get.py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5968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5968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9095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9095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2222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2222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telefon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235212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25350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5350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telefon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—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48477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48477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71604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71604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6A6A76"/>
                </a:solidFill>
                <a:latin typeface="DejaVu Sans Mono"/>
              </a:rPr>
              <a:t># print(talaba["telefon"])        ← KeyError!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Dict ichida dict — real ma'lumotlar deyarli har doim shunday tuzilgan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Qiymat sifatida yana dict yoki list turishi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Ichkariga kirish: d["a"]["b"] — ketma-ket kalitlar.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API javoblari, sozlamalar fayllari aynan shunday.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Chuqurlik oshgani sari get() foydasi ortadi.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nested.py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99998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99998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42025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42025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85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84052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84052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C9A961"/>
                </a:solidFill>
                <a:latin typeface="DejaVu Sans Mono"/>
              </a:rPr>
              <a:t>92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26079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26079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68106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68106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491845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510133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10133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342" b="0" i="0">
                <a:solidFill>
                  <a:srgbClr val="6A6A76"/>
                </a:solidFill>
                <a:latin typeface="DejaVu Sans Mono"/>
              </a:rPr>
              <a:t># 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752160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752160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975899"/>
            <a:ext cx="5367363" cy="2420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994187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94187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36214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36214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ball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 ball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Savatchadagi umumiy summani hisoblaydigan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savat.py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sut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12000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yog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45000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00400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sut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8144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75888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13632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133088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151376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370832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89120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626864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846320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864608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summa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5102352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 x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 =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 so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340096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5559552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77840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JAMI: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 so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items() — mahsulot nomi va sonini bir vaqtda oladi.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get(…, 0) — narxlar ro'yxatida yo'q mahsulot uchun 0. Dastur qulamaydi.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jami += summa — har aylanishda umumiy summaga qo'shamiz.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{:,} — mingliklarni ajratadi: 51,000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KeyError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 /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 /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 / None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 = 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 = 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yo'q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items() har juftlikni (kalit, qiymat) ko'rinishida berdi. get("c", "yo'q") — «c» kaliti yo'q, shuning uchun standart qiymat qaytdi. Xato chiqmadi.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o'rtacha ballni topsin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85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rtacha: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.1f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faqat qiymatlarni beradigan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sikl o'zgaruvchisining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dict'dagi juftliklar sonini beradi.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sut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12000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10000 dan qimmat mahsulotlarni chiqaring.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Barcha narxlarni 10% ga oshiring va yangi dict yasang.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Eng qimmat mahsulot nomini toping.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Mahsulot narxlari lug'atini yaratib, hammasini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Savatchadagi umumiy summani hisoblang (items bilan).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Talabalar ballari lug'atidan eng yuqori ball olgan talabani toping.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k, v in d: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k, v in d.items():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 bo'yicha to'g'ridan-to'g'ri aylansangiz faqat kalit keladi. Juftlik uchun items()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d.get("a") + 1  # a yo'q bo'lsa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d.get("a", 0) + 1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get() None qaytaradi, None + 1 → TypeError. Standart qiymat bering.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d["a"]["b"]  # a yo'q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d.get("a", {}).get("b")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Nested dict'da har bosqichda tekshirish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items() nima qaytaradi?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get() va d[k] farqi nimada?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Nested dict'dan qiymat qanday olinadi?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Dict kaliti takrorlanishi mumkinmi?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for i in range(1, 5) nechta marta aylanadi?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for k, v in d.items() — kalit va qiymatni birga olishning standart yo'li.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get() KeyError bermaydi. get(k, standart) bilan zaxira qiymat beriladi.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Real ma'lumot deyarli har doim nested — dict ichida dict yoki list.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14/96 — Dictionary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Mahsulotlar narxi lug'ati va umumiy summani hisoblash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13: Dictionary 1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11: List (ro'yxat)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2: O'zgaruvchilar (Variables)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Set (to'plam)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Ro'yxatdagi takrorlanadigan elementlarni olib tashlash kerak. Buni sikl bilan qilamizmi, yoki tayyor vosita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14: Dictionary 2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