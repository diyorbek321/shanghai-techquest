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Admin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Django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19-hafta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Admin panel — Django'ning eng mashhur sovg'asi. Bir necha satrda to'liq boshqaruv tizimi.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Superuser yaratib, admin panelga kira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Modelni admin'da ro'yxatga ola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list_display, search_fields bilan panelni sozlay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Admin panel imkoniyatlarini baholay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«ORM»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Django ORM: QuerySet — all, filter, get, create, update, delete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(ORM orqali 10 ta amaliy so'rov…)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Admin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Django'ning tayyor boshqaruv interfeysi.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createsuperuser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Admin foydalanuvchi yaratish buyrug'i.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admin.site.register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Modelni panelga qo'shish.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ModelAdmin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Panel ko'rinishini sozlaydigan class.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list_display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Ro'yxatda qaysi ustunlar chiqishi.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@admin.register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Ro'yxatga olishning dekorator shakli.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Admin panel modelingiz uchun to'liq CRUD interfeysini avtomatik yasaydi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Ro'yxat, qo'shish, tahrirlash, o'chirish — hammasi tayyor.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Foydalanuvchi va ruxsatlar tizimi ham ichida.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Kontent menejerlari uchun mukammal.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Lekin bu OXIRGI foydalanuvchi uchun emas — ichki vosita.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1) Admin yaratamiz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22013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22013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createsuperuser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81370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81370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  Username: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40727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40727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  Email: admin@example.com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00084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00084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  Password: ********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59441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59441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18798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18798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2) Serverni ishga tushiramiz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78155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78155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runserver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37512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37512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96869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96869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3) Brauzerda ochamiz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55622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55622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  http://127.0.0.1:8000/admin/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Modelni ro'yxatga olmasangiz — u panelda ko'rinmaydi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admin.py faylida register qilinadi.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Eng sodda shakl: admin.site.register(Post)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@admin.register(Post) — dekorator shakli, tavsiya etiladi.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satr — model panelda paydo bo'ladi.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admin.py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blog/admin.py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0040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0040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3814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3814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Kategoriya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7588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7588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1363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1363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Eng sodda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133088"/>
            <a:ext cx="536736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15137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15137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admin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site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38912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38912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6268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62686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86460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86460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Sozlangan variant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5084064"/>
            <a:ext cx="536736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510235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0235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C9A961"/>
                </a:solidFill>
                <a:latin typeface="DejaVu Sans Mono"/>
              </a:rPr>
              <a:t>@admin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34009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4009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PostAdmin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admin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ModelAdmin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57784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7784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ModelAdmin bilan panelni ish uchun qulay qilamiz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list_display — ro'yxatda ko'rinadigan ustunlar.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search_fields — qidiruv maydoni qo'shadi.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list_filter — o'ng tomonda filtr paneli.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list_editable — ro'yxatdan turib tahrirlash.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PostAdmin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7165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7165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C9A961"/>
                </a:solidFill>
                <a:latin typeface="DejaVu Sans Mono"/>
              </a:rPr>
              <a:t>@admin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39556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39556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PostAdmin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admin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ModelAdmin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733659"/>
            <a:ext cx="5367363" cy="21239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751947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51947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list_display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964338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64338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                   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chop_etilgan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158441"/>
            <a:ext cx="5367363" cy="21239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176729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76729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list_filter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chop_etilgan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370832"/>
            <a:ext cx="5367363" cy="21239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389120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389120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search_fields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601511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601511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list_editable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chop_etilgan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813902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813902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ordering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-yaratilgan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026293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026293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date_hierarchy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1177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238684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238684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list_per_page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list_editable ustuni list_display'da ham bo'lishi shart.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Admin panelni to'liq sozlab chiqamiz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blog/admin.py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@admin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KategoriyaAdmin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ModelAdmin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list_display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postlar_soni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search_fields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16165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@admin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display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description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postlar_soni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@admin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PostAdmin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ModelAdmin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list_display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list_filter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search_fields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" y="578470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list_editable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ordering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-yaratilgan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readonly_fields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" y="632571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@admin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action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description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Tanlanganlarni chop etish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952" y="659622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update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message_user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ta chop etildi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actions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chop_et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@admin.display — hisoblanadigan ustun qo'shish. Model maydoni bo'lishi shart emas.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22-satr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list_editable — ro'yxatdan turib checkbox bilan o'zgartirish.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26-satr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Custom action — bir vaqtda ko'p obyektni o'zgartirish.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28-satr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queryset.update() — bitta SQL so'rov (56-dars).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admin.py da register qilinmagan model panelda ko'rinadimi?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blog/admin.py bo'sh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models.py da Post modeli bor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Ha, avtomatik chiqadi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Yo'q, ko'rinmaydi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superuser'ga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createsuperuser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Username: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Password: ********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runserver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Superuser created successfully.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Starting development server at http://127.0.0.1:8000/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[01/Aug/2026 10:15:22] "GET /admin/ HTTP/1.1" 302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[01/Aug/2026 10:15:25] "POST /admin/login/ HTTP/1.1" 302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[01/Aug/2026 10:15:25] "GET /admin/ HTTP/1.1" 200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302 — yo'naltirish (50-dars): login qilinmagan edi, login sahifasiga yubordi. Login muvaffaqiyatli bo'lgach 200 bilan admin paneli ochildi.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panelni sozlang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581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581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286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286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991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991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96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96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4014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014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9A961"/>
                </a:solidFill>
                <a:latin typeface="DejaVu Sans Mono"/>
              </a:rPr>
              <a:t>@admin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1065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1065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PostAdmin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admin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8116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8116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5167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5167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32218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32218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chop_etilgan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Modul nomi — 5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Modellar joylashgan fayl.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Ro'yxatdagi ustunlar — list_…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Qidiruv maydoni — search_…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O'ng tomondagi filtr — list_…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admin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site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@admin.register dekoratoriga o'tkazing va ModelAdmin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list_display va search_fields qo'shing.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list_filter qo'shib, panelda sinab ko'ring.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Superuser yarating va admin panelga kiring.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Modelingizni ro'yxatga olib, 3 ta yozuv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ModelAdmin bilan panelni sozlang: list_display, search_fields, list_filter va custom 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admin.py bo'sh qoldirildi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admin.site.register(Post)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Ro'yxatga olinmagan model panelda ko'rinmaydi.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list_editable = ("nom",)  # list_display da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list_display = ("nom",)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list_editable = ("nom",)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list_editable maydoni list_display'da ham bo'lishi shart.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search_fields = "sarlavha"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search_fields = ("sarlavha",)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Bu sozlamalar tuple/list bo'lishi kerak. Bitta bo'lsa ham vergul.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Admin panelga qanday kiriladi?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Modelni panelda ko'rsatish uchun nima qilinadi?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list_display nima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filter va get farqi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makemigrations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createsuperuser → /admin/ — to'liq CRUD interfeysi tayyor.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admin.py da register qilinmasa model panelda ko'rinmaydi.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ModelAdmin: list_display, list_filter, search_fields — panelni ish uchun qulay qiladi.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57/96 — 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Admin paneldan ma'lumot qo'shish/tahrirlash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56: ORM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54: Views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45: DB dizayni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Admin panel chiroyli. Lekin oddiy foydalanuvchiga o'z dizaynimizdagi sahifa kerak. HTML'ni qanday qaytaramiz?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57: Admin panel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Django</cp:category>
</cp:coreProperties>
</file>