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DB loyiha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MINI-LOYIHA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543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668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16-hafta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4-oyning yakuni: Git, SQL va Python'ni birlashtirib, bazaga ulangan to'liq CLI ilova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DB bilan ishlaydigan CLI ilovani loyihalay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Ma'lumot qatlamini biznes mantiqdan ajrata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Barcha so'rovlarni xavfsiz yoza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Loyihani GitHub'ga to'liq tayyorlay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«PostgreSQL»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PostgreSQL o'rnatish. psycopg2 bilan ulanish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(Python'dan PostgreSQL'ga CRUD amallari…)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Repository qatlami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DB bilan ishlash kodi alohida modulda.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Servis qatlami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Biznes mantiq. DB detallarini bilmaydi.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Command Line Interface — terminal orqali ishlaydigan ilova.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Migration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Jadval tuzilishini yaratish/o'zgartirish skripti.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Boshlang'ich test ma'lumoti.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Context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with bilan resursni avtomatik boshqarish.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DB kodini alohida modulga chiqaring — keyin bazani almashtirish oson bo'ladi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db.py — faqat SQL va ulanish.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servis.py — biznes mantiq, SQL bilmaydi.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main.py — menyu va foydalanuvchi bilan muloqot.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Bazani SQLite'dan PostgreSQL'ga o'tkazsangiz — faqat db.py o'zgaradi.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struktura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32765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32765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loyiha/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6403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6403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├── .venv/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9530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9530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├── .gitignore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2657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2657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├── README.md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5784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5784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├── requirements.txt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8912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8912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├── schema.sql          ← jadval tuzilishi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62039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2039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├── db.py               ← ulanish + so'rovlar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85166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5166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├── modellar.py         ← dataclass'lar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82933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82933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├── servis.py           ← biznes mantiq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314204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314204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└── main.py             ← CLI menyu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Har CRUD amali uchun bitta aniq funksiya yozing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qosh(), hammasi(), topish(id), yangila(id, …), ochir(id)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biri bitta ish qiladi va aniq qiymat qaytaradi.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Barcha so'rovlar parametrli.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Xatolarni try/except bilan tuting va ma'noli xabar bering.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db.py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tel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INSERT INTO kontaktlar (ism, tel)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VALUES (?, ?)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tel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lastrowid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qidir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namuna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Row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SELECT * FROM kontaktlar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WHERE ism LIKE ? ORDER BY ism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namuna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fetchall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Kontaktlar tizimining to'liq skeletini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kontaktlar.db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connect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row_factory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443216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migratsiya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    CREATE TABLE IF NOT EXISTS kontaktlar (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        id  INTEGER PRIMARY KEY AUTOINCREMENT,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        ism TEXT NOT NULL,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" y="524368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        tel TEXT NOT NULL UNIQUE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    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C27A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INSERT INTO kontaktlar (ism, tel)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VALUES (?, ?)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8952" y="673148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IntegrityError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Bu raqam allaqachon bor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royxat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SELECT * FROM kontaktlar ORDER BY 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fetchall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migratsiya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" y="864332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16152" y="864332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8952" y="876029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905256" y="877857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16152" y="877857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5256" y="891383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16152" y="891383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1-qo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shish 2-ro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yxat 3-chiqish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5256" y="904908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16152" y="904908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&gt;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strip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5256" y="918434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16152" y="918434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5256" y="931959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16152" y="931959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5256" y="945484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16152" y="945484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Tel: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5256" y="959010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16152" y="959010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5256" y="97253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16152" y="97253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royxat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5256" y="98606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16152" y="98606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.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—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5256" y="99958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16152" y="99958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3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5256" y="101311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16152" y="101311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break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Migratsiya — har ishga tushishda jadvalni tekshiradi. IF NOT EXISTS tufayli xavfsiz.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18-satr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UNIQUE — bir raqam ikki marta kirmasin.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29-satr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IntegrityError — UNIQUE buzilganda chiqadi. Uni tutib, do'stona xabar beramiz.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44-satr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while True + break — 12-darsdagi CLI naqshi.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UNIQUE ustunga takroriy qiymat qo'shilsa nima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94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194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9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79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INSERT INTO kontaktlar (tel) VALUES (?)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901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23123"/>
            <a:ext cx="219456" cy="194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23123"/>
            <a:ext cx="5525847" cy="194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9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79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INSERT INTO kontaktlar (tel) VALUES (?)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901</a:t>
            </a:r>
            <a:r>
              <a:rPr sz="107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7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Ikkinchisi e'tiborsiz qoladi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IntegrityError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Birinchisi almashadi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Ikkalasi ham saqlanadi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487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487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INSERT INTO kontaktlar (ism, tel)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4558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4558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VALUES (?, ?)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901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7629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7629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INSERT INTO kontaktlar (ism, tel)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80700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80700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VALUES (?, ?)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Vali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901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93771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93771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sqlite3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IntegrityError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e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06842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06842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81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Xato: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e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Xato: UNIQUE constraint failed: kontaktlar.tel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UNIQUE cheklovi ikkinchi INSERT'ni rad etdi. try/except bo'lmasa dastur qulardi. Baza ma'lumot butunligini o'zi himoya qiladi.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CRUD to'liq bo'lsin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5492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5492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yangila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0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yangi_tel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7500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7500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9508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9508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1516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1516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______ kontaktlar ___ tel = ? _____ id = ?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3524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3524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yangi_tel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5532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5532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59548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59548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1556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1556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ochir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0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3564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3564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25572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25572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475804"/>
            <a:ext cx="219456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475804"/>
            <a:ext cx="5742249" cy="22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______ ____ kontaktlar _____ id = ?</a:t>
            </a:r>
            <a:r>
              <a:rPr sz="122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0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Yangilash buyrug'i va uning SET qismi.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O'chirish — ikki so'zli buyruq.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Ikkalasida ham WHERE ni unutmang — aks holda hammasi!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royxat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97520"/>
            <a:ext cx="219456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97520"/>
            <a:ext cx="4876641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7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ulan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7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66624"/>
            <a:ext cx="219456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66624"/>
            <a:ext cx="4876641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7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u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execute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7" b="0" i="0">
                <a:solidFill>
                  <a:srgbClr val="6EC27A"/>
                </a:solidFill>
                <a:latin typeface="DejaVu Sans Mono"/>
              </a:rPr>
              <a:t>SELECT * FROM kontaktlar</a:t>
            </a:r>
            <a:r>
              <a:rPr sz="93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fetchall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Ism bo'yicha qidiruv funksiyasini qo'shing (LIKE bilan).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O'chirish funksiyasini yozing.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Menyuga yangi punktlar qo'shing.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Kontaktlar bazasini yarating va qo'shish/ko'rish menyusini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Qidiruv, yangilash va o'chirishni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Loyihani GitHub'ga yuklang: README, requirements.txt, .gitignore bilan.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u.execute(f"DELETE FROM t WHERE id = {id}")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u.execute("DELETE FROM t WHERE id = ?", (id,))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f-string — SQL injection. Har doim parametrli so'rov.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u.execute("UPDATE t SET tel = ?", (tel,))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u.execute("UPDATE t SET tel = ? WHERE id = ?", (tel, id))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WHERE'siz UPDATE hamma qatorni o'zgartiradi.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add 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kontaktlar.db ham kirdi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echo "*.db" &gt;&gt; .gitignore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Baza fayli Git'ga kirmasin — bu ma'lumot, kod emas.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Nima uchun DB kodini alohida modulga chiqaramiz?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UNIQUE cheklovi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Migratsiya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SQL injection'dan qanday himoyalanamiz?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fetchall nima qaytaradi?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DB kodini alohida modulga chiqaring — bazani almashtirish oson bo'ladi.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Har CRUD amali uchun bitta aniq funksiya. Barcha so'rovlar parametrli.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Baza cheklovlari (UNIQUE, NOT NULL) — ma'lumot butunligining birinchi himoyasi.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48/96 — DB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Loyihani yakunlab GitHub'ga yuklash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4-oyning Git va SQL mavzularini konspektdan ko'zdan kechiring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JOIN va GROUP BY so'rovlarini qayta yozib mashq qiling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Loyihani GitHub'ga yuklab, README ni to'liq yozing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Web qanday ishlaydi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Endi baza bor, kod bor. Lekin buni faqat siz ishlata olasiz. Internetdagi har kim foydalanishi uchun nima qilish kerak?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48: DB loyiha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MINI-LOYIHA</cp:category>
</cp:coreProperties>
</file>