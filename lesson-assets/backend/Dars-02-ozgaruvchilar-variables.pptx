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O'zgaruvchilar (Variables)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568196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asoslari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56332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7580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Ma'lumotni xotirada saqlashni o'rganamiz — endi dastur foydalanuvchi bilan gaplasha oladi.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2/96 — O'zgaruvchilar (Variables)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O'zgaruvchi nima ekanini va nimaga kerakligini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= belgisi bilan o'zgaruvchiga qiymat bera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O'zgaruvchiga to'g'ri nom qo'yish qoidalarini bilasiz.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input() orqali foydalanuvchidan ma'lumot ola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2/96 — O'zgaruvchilar (Variables)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«Dasturlashga kirish va sozlash»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Dasturlash nima, algoritm tushunchasi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(Muhitni o'rnatib, 5 ta print() dasturi yozish…)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2/96 — O'zgaruvchilar (Variables)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O'zgaruvchi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Xotiradagi nomlangan quti. Ichiga qiymat solib qo'yamiz va nomi orqali chaqiramiz.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= (tenglik)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Matematikadagi «teng» emas! «O'ng tomondagini chap tomondagiga sol» degani.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input()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Foydalanuvchidan matn so'raydi va kutadi. Enter bosilgach davom etadi.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Nomlash qoidasi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Faqat harf, raqam va _. Raqam bilan boshlanmaydi. Bo'sh joy yo'q.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snake_case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Python'da qabul qilingan uslub: to'liq_ism, talaba_yoshi.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f-string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f"Salom {ism}" — o'zgaruvchini matn ichiga qo'shishning eng qulay yo'li.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2/96 — O'zgaruvchilar (Variables)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O'zgaruvchi — bu xotiradagi nomlangan quti, ichidagini istalgan payt almashtirsa bo'ladi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ism = "Aziza" — «ism» degan qutiga «Aziza» solindi.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Endi ism deb yozsangiz — Python «Aziza» ni tushunadi.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Ichidagini almashtirish mumkin: ism = "Bekzod".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Eski qiymat yo'qoladi — quti bitta, ichidagi yangilanadi.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ozgaruvchi.py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5379" y="3310128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1683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2579" y="332841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Aziza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1683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59892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86943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5379" y="4121655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11683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13994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Bekzod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41045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Natija: avval Aziza, keyin Bekzod. Quti bitta edi.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2/96 — O'zgaruvchilar (Variables)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O'zgaruvchi nomi kodni o'qiyotgan odamga ma'no berishi kerak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✓ talaba_yoshi, umumiy_narx, ism — nima ekani darrov ayon.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✗ a, x1, aaa — bir haftadan keyin o'zingiz ham tushunmaysiz.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Raqam bilan boshlanmaydi: 1ism ✗, ism1 ✓.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Bo'sh joy o'rniga pastki chiziq: to'liq_ism.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Katta-kichik harf farqlanadi: Ism va ism — ikki xil quti.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nomlash.py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✓ Yaxshi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9892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talaba_yoshi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86943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guruh_nomi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Backend-1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413994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41045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✗ Yomon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68096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951470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Backend-1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2/96 — O'zgaruvchilar (Variables)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input() dasturni to'xtatadi va foydalanuvchi yozganini qaytaradi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input("Ismingiz: ") — qavs ichidagi savol ekranga chiqadi.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Dastur kutadi. Foydalanuvchi yozib Enter bosadi.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Yozilgan narsa qaytadi — uni o'zgaruvchiga saqlash kerak.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Muhim: input() har doim MATN qaytaradi, hatto raqam yozsangiz ham.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input.py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5379" y="3310128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1683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2579" y="332841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Ismingiz: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1683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59892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Salom,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!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86943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413994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yoki f-string bilan (qulayroq)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5379" y="4392164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11683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41045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Salom,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!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2/96 — O'zgaruvchilar (Variables)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Foydalanuvchi bilan salomlashuvchi dasturni birga quramiz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salomlashuv.py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0708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0708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Foydalanuvchi bilan tanishuv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8952" y="3559305"/>
            <a:ext cx="634575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05256" y="357759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57759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Ismingiz: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84810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84810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familiya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Familiyangiz: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411861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411861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" y="4370832"/>
            <a:ext cx="634575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05256" y="438912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8912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toliq_ism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familiya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596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59629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" y="4911850"/>
            <a:ext cx="634575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5256" y="49301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4930138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Assalomu alaykum,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toliq_ism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!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52006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5200647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Tanishganimdan xursandman,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07041" y="2487168"/>
            <a:ext cx="3998854" cy="108508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07041" y="2487168"/>
            <a:ext cx="41148" cy="108508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2-satr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44785" y="2871216"/>
            <a:ext cx="354165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input() savolni chiqaradi va javobni kutadi. Javob «ism» qutisiga tushadi.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07041" y="3718560"/>
            <a:ext cx="3998854" cy="108508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07041" y="3718560"/>
            <a:ext cx="41148" cy="108508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44785" y="384657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5-satr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44785" y="4102608"/>
            <a:ext cx="354165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Ikki matnni + bilan birlashtiramiz. Orasiga bo'sh joy qo'shdik — aks holda «AzizaKarimova» chiqardi.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07041" y="4949952"/>
            <a:ext cx="3998854" cy="108508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07041" y="4949952"/>
            <a:ext cx="41148" cy="1085088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44785" y="507796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7-satr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44785" y="5334000"/>
            <a:ext cx="354165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f" ... " ichida {ism} yozilsa — quti ichidagi qiymat o'sha joyga qo'yiladi.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2/96 — O'zgaruvchilar (Variables)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Oxirgi print nima chiqaradi?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2/96 — O'zgaruvchilar (Variables)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10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Quti bitta. 1-satrda ichiga 5 solindi, 2-satrda ustidan 10 yozildi. 5 yo'qoldi — Python faqat oxirgi qiymatni saqlaydi.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2/96 — O'zgaruvchilar (Variables)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AB8E0"/>
                </a:solidFill>
                <a:latin typeface="Montserrat"/>
              </a:rPr>
              <a:t>I — INVESTIGATE ·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Kodni qism-qismga ajratib tushunamiz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tahlil qilamiz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Ism: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Yosh: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 —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 yosh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60889" y="2487168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1513" y="2487168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Qaysi satr dasturni to'xtatib, javob kutadi?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41433" y="3403854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60889" y="3403854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81513" y="3403854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«yosh» qutisida raqam turadimi yoki matnmi?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320540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60889" y="4320540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1513" y="4320540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3-satrdagi {ism} qavslarini olib tashlasak nima chiqadi?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41433" y="5237226"/>
            <a:ext cx="4864461" cy="770382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60889" y="5237226"/>
            <a:ext cx="384048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7AB8E0"/>
                </a:solidFill>
                <a:latin typeface="Montserrat"/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1513" y="5237226"/>
            <a:ext cx="3986637" cy="7703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 harfini o'chirib tashlasak natija qanday bo'ladi?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2/96 — O'zgaruvchilar (Variables)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dastur shahringizni so'rasin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Shahringiz: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Siz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 da yashaysiz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kasb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Kasbingiz: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Siz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kasb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 bo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lib ishlaysiz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 va 2-bo'sh joy bir xil nom bo'lishi kerak — quti nomi.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Nom lotin harfida, bo'sh joysiz bo'lsin: shahar.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4-bo'sh joy: foydalanuvchidan so'raydigan funksiya.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2/96 — O'zgaruvchilar (Variables)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PARSONS · TARTIBGA SOLING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Satrlarni tartibga soling — dastur ism so'rab, salomlashsin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813816" y="25786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print(f"Salom, {ism}!")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186" y="24871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3 · natijani chiqarish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1729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13816" y="32644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13816" y="31729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1729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print("=== Tanishuv ===")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4186" y="31729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1 · sarlavha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8587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13816" y="39502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3816" y="38587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587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print("Xayr!")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34186" y="38587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4 · xayrlashish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544568"/>
            <a:ext cx="7574066" cy="566928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13816" y="4636008"/>
            <a:ext cx="274320" cy="384048"/>
          </a:xfrm>
          <a:prstGeom prst="roundRect">
            <a:avLst>
              <a:gd name="adj" fmla="val 3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3816" y="4544568"/>
            <a:ext cx="2743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A6A76"/>
                </a:solidFill>
                <a:latin typeface="Montserrat"/>
              </a:rPr>
              <a:t>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544568"/>
            <a:ext cx="679682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ism = input("Ismingiz: ")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4186" y="4544568"/>
            <a:ext cx="297170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9A961"/>
                </a:solidFill>
                <a:latin typeface="Montserrat"/>
              </a:rPr>
              <a:t>2 · ma'lumot olish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4186" y="2157984"/>
            <a:ext cx="29717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A6A76"/>
                </a:solidFill>
                <a:latin typeface="Montserrat"/>
              </a:rPr>
              <a:t>MAQSAD YORLIQLARI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2/96 — O'zgaruvchilar (Variables)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Ismingiz: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Salom,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!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Yosh ham so'ralsin va natijada ko'rsatilsin.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Salomlashuvni «Assalomu alaykum» ga o'zgartiring.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O'zgaruvchi nomini «ism» dan «foydalanuvchi_ismi» ga almashtiring — hamma joyda!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2/96 — O'zgaruvchilar (Variables)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Ism va familiyani alohida so'rab, bitta qatorda chiqaruvchi dastur.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3 ta o'zgaruvchi yarating (shahar, maktab, sinf) va ularni f-string bilan bitta gapda birlashtiring.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Foydalanuvchidan 2 ta so'z so'rab, ularni teskari tartibda chiqaring (ikkinchisi birinchi).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2/96 — O'zgaruvchilar (Variables)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5 = 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son =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Chap tomonda har doim quti nomi, o'ng tomonda qiymat turadi. Teskarisi mumkin emas.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mening ismim = "Ali"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mening_ismim = "Ali"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O'zgaruvchi nomida bo'sh joy bo'lmaydi. Pastki chiziq ishlating.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print("Salom, ism")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print(f"Salom, {ism}")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Qo'shtirnoq ichida shunchaki «ism» yozilsa — matn chiqadi. Qiymat kerak bo'lsa f va {} kerak.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2/96 — O'zgaruvchilar (Variables)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= belgisi nima qiladi? Matematikadagidan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input() qanday turdagi qiymat qaytaradi?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«1-ism» nomi nima uchun xato?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f-string nima uchun kerak? Misol keltiring.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print() qavs ichiga nima yoziladi?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2/96 — O'zgaruvchilar (Variables)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O'zgaruvchi — nomlangan quti. = belgisi o'ngdagini chapdagiga solib qo'yadi.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Nom ma'noli bo'lsin: talaba_yoshi, ism. a yoki x emas.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input() foydalanuvchidan MATN oladi — hatto raqam yozilsa ham.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asoslari · Dars 2/96 — O'zgaruvchilar (Variables)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Ism-familiyani so'rab, salomlashuvchi dastur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1050"/>
              </a:spcAft>
            </a:pPr>
            <a:r>
              <a:rPr sz="14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400" b="0" i="0">
                <a:solidFill>
                  <a:srgbClr val="9A9AA6"/>
                </a:solidFill>
                <a:latin typeface="Montserrat"/>
              </a:rPr>
              <a:t>Dars 1: Dasturlashga kirish va sozlash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1050"/>
              </a:spcAft>
            </a:pPr>
            <a:r>
              <a:rPr sz="14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4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Ma'lumot turlari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input() bilan olingan yoshni 1 ga oshirmoqchisiz. «25» + 1 nima beradi deb o'ylaysiz?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2: O'zgaruvchilar (Variables)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asoslari</cp:category>
</cp:coreProperties>
</file>