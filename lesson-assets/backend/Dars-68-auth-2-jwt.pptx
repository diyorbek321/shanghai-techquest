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Auth 2 (JWT)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23-hafta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JWT — har so'rovda «men kimman» deb aytadigan raqamli pasport.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Token authentication g'oyasini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JWT tuzilishini (header.payload.signature) bilasiz.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simplejwt bilan access/refresh token sozlay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Token bilan himoyalangan so'rov yubora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«Auth 1»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User modeli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(Register/login API yaratish…)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Kimligingizni tasdiqlovchi matn.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JSON Web Token. Uch qismdan iborat.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Access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Qisqa muddatli. Har so'rovda yuboriladi.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Refresh 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Uzoq muddatli. Yangi access olish uchun.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Bearer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Authorization header'ining sxemasi.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Payload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Token ichidagi ma'lumot. SHIFRLANMAGAN!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HTTP stateless — server har so'rovda sizni unutadi, shuning uchun token kerak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Login qildingiz. Keyingi so'rovda server sizni bilmaydi.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Yechim: login javobida token beriladi.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so'rovda tokenni header'da yuborasiz.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Server tokenni tekshirib, kim ekaningizni biladi.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token oqimi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88224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88224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1. POST /api/login/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05040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05040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{"username": "ali", "password": "…"}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21856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21856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← {"access": "eyJhbG…", "refresh": "eyJhbG…"}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38672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38672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55488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55488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2. GET /api/postlar/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72304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72304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Authorization: Bearer eyJhbG…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← [ … ]   (server sizni tanidi)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05936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05936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22752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22752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3. Access muddati tugadi (5 daq)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39568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39568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POST /api/token/refresh/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256384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56384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{"refresh": "eyJhbG…"}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473200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473200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← {"access": "yangi eyJhbG…"}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JWT uch qismdan iborat va payload SHIFRLANMAGAN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header.payload.signature — nuqta bilan ajratilgan.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Payload'ni istalgan odam o'qiy oladi (base64).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Signature esa uni O'ZGARTIRISHGA yo'l qo'ymaydi.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Shuning uchun payloadga PAROL yoki maxfiy ma'lumot yozmang!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jwt tuzilishi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eyJhbGciOiJIUzI1NiJ9      ← header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8211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.eyJ1c2VyX2lkIjo1fQ       ← payload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0157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.dQw4w9WgXcQ_signature    ← imzo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2102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4048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# Payload dekodlangan holda: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5993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7939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"token_type": "access",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49884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"exp": 1785600000,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1830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"user_id":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93775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15721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37666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# ⚠ Buni hamma o'qiy oladi!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59612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# Lekin o'zgartirsa — imzo mos kelmaydi.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simplejwt ikki endpoint bilan hammasini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pip install djangorestframework-simplejwt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/api/token/ — login (access + refresh).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/api/token/refresh/ — yangi access olish.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DEFAULT_AUTHENTICATION_CLASSES sozlanadi.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jwt sozlash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settings.py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datetime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timedelta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DEFAULT_AUTHENTICATION_CLASSES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rest_framework_simplejwt.authentication.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JWTAuthentication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SIMPLE_JWT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65379" y="4432162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ACCESS_TOKEN_LIFETIME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timedelta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minutes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REFRESH_TOKEN_LIFETIME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timedelta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days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7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urls.py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rest_framework_simplejwt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TokenObtainPairView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TokenRefreshView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urlpatterns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65379" y="5649448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api/token/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TokenObtainPairView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as_view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api/token/refresh/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TokenRefreshView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as_view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1683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2579" y="607349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JWT sozlab, Postman'da to'liq oqimni sinaymiz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1) Login — token olamiz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087018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256" y="310530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10530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-X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http://127.0.0.1:8000/api/token/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4795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4795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'Content-Type: application/json'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39059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9059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'{"username":"ali","password":"parol123"}'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3324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3324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7589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7589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{"access":"eyJhbGciOi...",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81853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81853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 "refresh":"eyJhbGciOi..."}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6118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6118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10382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10382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2) Tokensiz so'rov — rad etiladi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4228186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5256" y="424647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24647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http://127.0.0.1:8000/api/postlar/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-i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38912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8912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HTTP/1.1 401 Unauthorized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53176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53176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67441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67441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3) Token bilan — ishlaydi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81705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81705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http://127.0.0.1:8000/api/postlar/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" y="4941416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5256" y="495970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5970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'Authorization: Bearer eyJhbGciOi...'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0235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0235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4499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4499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4) Access tugadi — refresh qilamiz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8764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8764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-X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http://127.0.0.1:8000/api/token/refresh/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" y="5512000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05256" y="553028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028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'Content-Type: application/json'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7293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7293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'{"refresh":"eyJhbGciOi..."}'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2-satr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TokenObtainPairView — login va parolni tekshirib, ikki token beradi.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Himoyalangan endpoint tokensiz 401 qaytaradi.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15-satr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Bearer — sxema nomi. Token'dan oldin bo'sh joy bilan yoziladi.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19-satr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Refresh token bilan yangi access olinadi — qayta login qilish shart emas.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JWT payload'ini kim o'qiy oladi?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4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4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6" b="0" i="0">
                <a:solidFill>
                  <a:srgbClr val="FFFFFF"/>
                </a:solidFill>
                <a:latin typeface="DejaVu Sans Mono"/>
              </a:rPr>
              <a:t>eyJhbGciOiJIUzI1NiJ9.eyJ1c2VyX2lkIjo1fQ.signature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token egasi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ISTALGAN ODAM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kim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180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180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1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0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01" b="0" i="0">
                <a:solidFill>
                  <a:srgbClr val="FFFFFF"/>
                </a:solidFill>
                <a:latin typeface="DejaVu Sans Mono"/>
              </a:rPr>
              <a:t>base64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08985"/>
            <a:ext cx="219456" cy="180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08985"/>
            <a:ext cx="4876641" cy="180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89554"/>
            <a:ext cx="219456" cy="180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89554"/>
            <a:ext cx="4876641" cy="180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1" b="0" i="0">
                <a:solidFill>
                  <a:srgbClr val="FFFFFF"/>
                </a:solidFill>
                <a:latin typeface="DejaVu Sans Mono"/>
              </a:rPr>
              <a:t>payload</a:t>
            </a:r>
            <a:r>
              <a:rPr sz="100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0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0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0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01" b="0" i="0">
                <a:solidFill>
                  <a:srgbClr val="6EC27A"/>
                </a:solidFill>
                <a:latin typeface="DejaVu Sans Mono"/>
              </a:rPr>
              <a:t>eyJ0b2tlbl90eXBlIjoiYWNjZXNzIiwidXNlcl9pZCI6NX0</a:t>
            </a:r>
            <a:r>
              <a:rPr sz="1001" b="0" i="0">
                <a:solidFill>
                  <a:srgbClr val="6EC27A"/>
                </a:solidFill>
                <a:latin typeface="DejaVu Sans Mono"/>
              </a:rPr>
              <a:t>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70123"/>
            <a:ext cx="219456" cy="180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70123"/>
            <a:ext cx="4876641" cy="180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1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0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01" b="0" i="0">
                <a:solidFill>
                  <a:srgbClr val="FFFFFF"/>
                </a:solidFill>
                <a:latin typeface="DejaVu Sans Mono"/>
              </a:rPr>
              <a:t>base64</a:t>
            </a:r>
            <a:r>
              <a:rPr sz="100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01" b="0" i="0">
                <a:solidFill>
                  <a:srgbClr val="FFFFFF"/>
                </a:solidFill>
                <a:latin typeface="DejaVu Sans Mono"/>
              </a:rPr>
              <a:t>urlsafe_b64decode</a:t>
            </a:r>
            <a:r>
              <a:rPr sz="100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01" b="0" i="0">
                <a:solidFill>
                  <a:srgbClr val="FFFFFF"/>
                </a:solidFill>
                <a:latin typeface="DejaVu Sans Mono"/>
              </a:rPr>
              <a:t>payload</a:t>
            </a:r>
            <a:r>
              <a:rPr sz="100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01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00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0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01" b="0" i="0">
                <a:solidFill>
                  <a:srgbClr val="6EC27A"/>
                </a:solidFill>
                <a:latin typeface="DejaVu Sans Mono"/>
              </a:rPr>
              <a:t>==</a:t>
            </a:r>
            <a:r>
              <a:rPr sz="100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0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0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b'{"token_type":"access","user_id":5}'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Hech qanday parolsiz payload o'qildi — JWT SHIFRLANMAGAN, faqat IMZOLANGAN. Imzo uni o'zgartirishga yo'l qo'ymaydi, lekin o'qishga to'sqinlik qilmaydi. Maxfiy ma'lumot yozmang!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JWT sozlang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settings.py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6447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6447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6629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6629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DEFAULT_______________________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6812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6812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rest_framework_simplejwt.authentication.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69941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69941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JWTAuthentication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71762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71762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173583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173583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75404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375404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577225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577225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urls.py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779046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779046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api/token/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___________________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as_view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98086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98086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api/token/refresh/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________________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as_view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18268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18268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38450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38450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So'rovda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58633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58633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Authorization: ______ eyJhbGciOi...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Autentifikatsiya sinflari — DEFAULT_AUTHENTICATION_…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Token beruvchi view — TokenObtain…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Yangilovchi view — TokenRefresh…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Header sxemasi — 6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SIMPLE_JWT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1487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1487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ACCESS_TOKEN_LIFETIME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timedelta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minutes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81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54558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54558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Access muddatini 15 daqiqaga o'zgartiring.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REFRESH_TOKEN_LIFETIME qo'shing (7 kun).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ROTATE_REFRESH_TOKENS = True qo'shib, farqni o'rganing.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simplejwt o'rnatib, token endpointlarini sozlang.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Postman'da login qilib, token bilan so'rov yuboring.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Access token muddati tugagach refresh bilan yangilang.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Authorization: eyJhbGciOi...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Authorization: Bearer eyJhbGciOi...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«Bearer » prefiksi shart — bo'sh joy bilan.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payload ichida {"parol": "12345"}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payloadda faqat user_id va exp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JWT shifrlanmagan — payload'ni hamma o'qiy oladi.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"ACCESS_TOKEN_LIFETIME": timedelta(days=30)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"ACCESS_TOKEN_LIFETIME": timedelta(minutes=15)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Access token qisqa muddatli bo'lishi kerak — o'g'irlansa zarar kam bo'ladi.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Nima uchun token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Access va refresh token farqi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JWT payload shifrlanganmi?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Parol qanday saqlanadi?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search_fields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HTTP stateless — har so'rovda token yuboriladi: Authorization: Bearer &lt;token&gt;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Access qisqa muddatli, refresh uzoq muddatli va yangi access olish uchun.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JWT payload SHIFRLANMAGAN — maxfiy ma'lumot yozmang.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68/96 — Auth 2 (JWT)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JWT auth sozlab, Postman'da sinash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67: Auth 1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65: CRUD API 2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56: ORM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Permissions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Token bor, kim ekanimizni bilamiz. Lekin har kim boshqaning postini o'chira olayapti. Buni qanday cheklaymiz?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68: Auth 2 (JWT)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DRF</cp:category>
</cp:coreProperties>
</file>