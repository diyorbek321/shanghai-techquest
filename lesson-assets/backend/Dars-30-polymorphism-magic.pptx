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Polymorphism &amp; Magic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Polimorfizm — bir xil chaqiruv, turli natija. Magic metodlar bilan classlarimizni Python'ning o'z turlaridek qilamiz.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Polimorfizmni misolda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Metodni override qilib, turli xatti-harakat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__str__ va __repr__ farqini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__len__, __eq__ kabi magic metodlarni yoza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«Encapsulation &amp; Abstraction»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Private atributlar (_ , __), @property (getter/setter)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(Bank hisobi (balansni himoyalash) classi…)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Polimorfizm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Ko'p shakllilik. Bir nom — turli xatti-harakat.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Duck typing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«O'rdakdek qaqillasa — o'rdak». Tur emas, xatti-harakat muhim.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Magic 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__ bilan o'ralgan maxsus metod. Dunder ham deyiladi.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__repr__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Dasturchi uchun ko'rinish. Debug'da chiqadi.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__len__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len(obyekt) chaqirilganda ishlaydi.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__eq__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obj1 == obj2 taqqoslashni belgilaydi.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Polimorfizm — bir xil metod nomi turli classlarda turlicha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class o'z yuza() sini yozadi.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Chaqiruvchi kod qaysi class ekanini bilishi shart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for s in shakllar: print(s.yuza()) — hammasi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Yangi shakl qo'shsangiz — eski kodni o'zgartirish kerak 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polimorfizm.py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851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851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436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436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7022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7022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607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607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4192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4192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tomon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778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778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3895346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391363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1363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948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948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8534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8534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2119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2119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7046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7046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Doira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92899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92899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8752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8752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64605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64605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65379" y="4982170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211683" y="5000458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000458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36311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36311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3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72164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72164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408017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408017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65379" y="5525582"/>
            <a:ext cx="5367363" cy="13585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211683" y="5543870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543870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Doira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679723"/>
            <a:ext cx="219456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7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679723"/>
            <a:ext cx="4763859" cy="135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3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3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3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3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3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Sikl ikki xil class bilan ishladi — chunki ikkalasida ham yuza() bor.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__str__ odam uchun, __repr__ esa dasturchi uchun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print(obj) → __str__ chaqiriladi.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Ro'yxat ichida yoki konsolda → __repr__.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__repr__ ideal holda kodni qayta yaratadigan matn qaytaradi.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 bittasi yozilsa — __repr__ ni yozing, u zaxira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repr.py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75949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37083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__repr__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Nuqta(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,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  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(1, 2)     ← __str__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n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[Nuqta(1, 2)] ← __repr__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Magic metodlar classingizni Python'ning o'z turlaridek qiladi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__len__ → len(obj)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__eq__ → obj1 == obj2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__add__ → obj1 + obj2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__contains__ → x in obj ishlaydi.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magic.py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75949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__len__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talabalar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437083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__contains__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2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talabalar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Guruh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Guli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5379" y="538973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5379" y="559351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12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Turli shakllar yuzasini hisoblovchi tizimni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shakllar.py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Shakl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"""Barcha shakllar uchun asos."""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389114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NotImplementedError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Bola class yozishi kerak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__name__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Shakl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tomon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tomon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Doira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Shakl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shakllar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4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Doira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Kvadrat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shakllar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" y="754300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Jami: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sum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yuza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shakllar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: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.2f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raise NotImplementedError — «bu metodni bola class yozishi shart» degan aniq signal.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type(self).__name__ — obyektning class nomini beradi. Bitta __str__ hamma bolaga yetadi.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Ro'yxatda turli classlar — polimorfizm tufayli bir xil ishlanadi.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35-satr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Generator ifodasi — 31-darsda batafsil ko'ramiz.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 kod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end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AAA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ABA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BBB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__len__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bool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g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3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True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__len__ yozilgani uchun len(g) ishladi. Bonus: Python bool(g) ni ham __len__ orqali aniqladi — uzunlik 0 bo'lmagani uchun True.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magic metodlar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19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Savat: 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 ta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Savat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mahsulotlar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non</a:t>
            </a:r>
            <a:r>
              <a:rPr sz="111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</a:t>
            </a:r>
            <a:r>
              <a:rPr sz="1119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len() chaqirilganda ishlaydigan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print() chaqirilganda ishlaydigan metod.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Ikkalasi ham ikki tomondan 2 tadan pastki chiziq bilan.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Nuqta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__str__ qo'shing — (x, y) ko'rinishida chiqarsin.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__eq__ qo'shing — koordinatalari bir xil bo'lsa teng bo'lsin.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__add__ qo'shing — ikki nuqtani qo'shsa bo'lsin.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Shakl → Kvadrat / Doira: har biri yuza() ni o'zicha hisoblasin.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Hayvon → Mushuk / It: har biri ovoz() ni override qilsin.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«Savat» classi: __len__, __str__ va __contains__ bilan.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__str__(self):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print(f"{self.x}")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__str__(self):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f"{self.x}"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Magic metodlar QAYTARISHI kerak, chiqarishi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__len__(self):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"3"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__len__(self):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__len__ butun son qaytarishi shart, matn emas.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Doira(Shakl):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pass  # yuza yozilmadi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class Doira(Shakl):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def yuza(self):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    return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Ota class'da raise NotImplementedError bo'lsa — bola albatta yozishi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Polimorfizm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__str__ va __repr__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__len__ nimaga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@property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super() qachon ishlatiladi?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Polimorfizm — bir xil metod nomi, turli classlarda turlicha ishlaydi.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__str__ odam uchun, __repr__ dasturchi uchun. Bittasi bo'lsa — __repr__.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Magic metodlar (__len__, __eq__, __add__) classingizni Python turlaridek 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30/96 — Polymorphism &amp; Magic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Turli shakllar yuzasini hisoblovchi classlar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29: Encapsulation &amp; Abstraction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27: Amaliyot: modellashtirish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18: Funksiyalar 3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Comprehensions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10 satrlik siklni bitta satrda yozsa bo'ladimi? Python'da shunday imkoniyat bor.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30: Polymorphism &amp; Magic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