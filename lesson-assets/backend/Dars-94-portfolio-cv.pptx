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Portfolio &amp; 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Karyera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34540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8-oy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5788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32-hafta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Portfolio, CV va LinkedIn — sizni ish beruvchi ko'radigan uch oyna.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94/96 — Portfolio &amp;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GitHub profilini professional bezay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README'ni ish beruvchi uchun yoza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Texnik CV tuzа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LinkedIn profilini to'ldira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94/96 — Portfolio &amp;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«Deploy»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Loyihani serverga deploy qilish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(Loyihani internetga chiqarish…)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94/96 — Portfolio &amp;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Ishlaringizning to'plami.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Profile README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GitHub profilingizdagi tanishtiruv.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Pinned repos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Profilda birinchi ko'rinadigan 6 ta repo.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Situation-Task-Action-Result — natija tavsifi.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Rezyumeni avtomatik saralaydigan tizim.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Live demo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Ishlab turgan havola.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94/96 — Portfolio &amp;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Ish beruvchi 30 soniya qaraydi — shu vaqtda ishonch uyg'otish kerak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Pinned repos — eng yaxshi 3-6 ta loyiha.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repo'da: README, live demo havolasi, skrinshot.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Yashil kontribyutsiya kvadratlari — muntazam ishlash belgisi.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Profile README — kim ekaningiz va nima qila olishingiz.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Profile README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# Salom, men Diyorbek 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3047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3047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9829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9829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Python backend dasturchi. Django va DRF bilan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6611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6611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REST API quraman.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3393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3393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0175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0175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## Texnologiyalar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96957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96957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Python · Django · DRF · PostgreSQL · Redis 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137391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137391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Celery · Docker · pytest · Git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305210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05210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473029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473029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## Loyihalar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64084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64084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**[Kutubxona API](havola)** — kitob band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80866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80866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tizimi. JWT auth, 95% test coverage, Docker.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97648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97648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[Demo](havola) · [Swagger](havola)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14430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14430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31212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31212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## Bog'lanish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47994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47994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[LinkedIn](havola) · [Telegram](havola) 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64776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4776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email@example.com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94/96 — Portfolio &amp;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README — loyihangizning savdo sahifasi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Birinchi ekran: nima qiladi + demo havolasi + skrinshot.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Texnologiyalar ro'yxati (badge bo'lsa yaxshi).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Ishga tushirish — nusxalab qo'ysa ishlaydigan buyruqlar.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API hujjati havolasi.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README.md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# Kutubxona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![CI](badge) ![coverage](badge)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Maktab kutubxonasi uchun REST API: kitob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qidirish, band qilish va qaytarish.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🔗 **[Live demo](https://…)** 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📘 **[Swagger](https://…/api/docs/)**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![skrinshot](docs/screenshot.png)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## Imkoniyatlar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- JWT autentifikatsiya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- Qidiruv, filtr, sahifalash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- Biznes qoidalar (limit, muddat)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- 95% test coverage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## Texnologiyalar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Django 5 · DRF · PostgreSQL · Redis · Celery 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Docker · pytest · GitHub Actions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1683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2579" y="593824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## Ishga tushirish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1683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22579" y="607349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```bash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1683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22579" y="620875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 clone &lt;havola&gt; &amp;&amp; cd kutubxona-api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1683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22579" y="634400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cp .env.example .env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1683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22579" y="647926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docker compose up -d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1683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22579" y="661451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docker compose exec web python manage.py migrate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1683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22579" y="674976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```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1683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22579" y="688502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→ http://localhost:8000/api/docs/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94/96 — Portfolio &amp;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CV'da natijani yozing, vazifani 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❌ «Django bilan ishladim»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✅ «Django REST API qurdim: 12 endpoint, 95% test coverage»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Raqamlar ishonch beradi.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1 sahifa yetarli. ATS uchun oddiy formatda.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DIYORBEK 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Python Backend Dasturchi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Angren · +998 XX XXX-XX-XX · email@example.com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github.com/… · linkedin.com/in/…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QISQACHA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Django va DRF bilan REST API quruvchi 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dasturchi. PostgreSQL, Docker va CI/CD bilan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amaliy tajriba.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TEXNOLOGIYALAR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Python · Django · DRF · PostgreSQL · Redis 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Celery · Docker · pytest · Git · Linux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LOYIHALAR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Kutubxona API  ·  github.com/…  ·  demo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12 ta REST endpoint, JWT auth va rol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asosidagi ruxsatlar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PostgreSQL sxemasi: 4 model, indekslar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bilan optimizatsiya (61→2 so'rov)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40 ta test, 95% coverage, GitHub Actions CI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Docker Compose bilan deploy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1683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2579" y="593824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1683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22579" y="607349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TA'LIM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1683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22579" y="620875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Shanghai School · Python Backend ·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1683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22579" y="634400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8 oylik amaliy kurs, 3 ta loyiha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94/96 — Portfolio &amp;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Portfolio to'plamini tayyorlaymiz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tayyorgarlik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1. GITHUB PROFILI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Profile README yaratish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321487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(github.com/USERNAME/USERNAME repo)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Avatar va bio to'ldirish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3-6 ta eng yaxshi repo'ni pin qilish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Har repo'da to'liq README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Repo tavsifi va topics qo'shish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2. LOYIHA README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Bir gapda nima qilishi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Live demo havolasi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Skrinshot yoki GIF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Texnologiyalar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" y="470267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Ishga tushirish buyruqlari (sinab ko'rilgan!)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API hujjati havolasi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" y="497317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Litsenziya (MIT)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3. CV (1 sahifa)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Kontakt + havolalar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2-3 gaplik qisqacha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Texnologiyalar ro'yxati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2-3 loyiha, har biriga 3-4 natija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Ta'lim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PDF formatda saqlash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4. LINKEDIN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Professional foto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Headline: «Python Backend Developer |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Django · DRF · PostgreSQL»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8952" y="686673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About: 3-4 gap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Featured: loyiha havolalari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Skills: 10-15 ta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«Open to work» yoqish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3-satr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USERNAME/USERNAME — maxsus repo. U profil sahifasida ko'rinadi.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14-satr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Skrinshot birinchi taassurot beradi — matndan kuchliroq.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16-satr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Buyruqlarni ALBATTA toza papkada sinab ko'ring — ishlamasa yomon taassurot.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30-satr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PDF — formatlash buzilmaydi. .docx yubormang.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94/96 — Portfolio &amp;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CV'da qaysi ifoda kuchliroq?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A: «Django bilan ishladim»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B: «12 endpointli REST API qurdim,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95% test coverage, Docker deploy»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 — natija va raqam bor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Ikkalasi bir xil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Ikkalasi ham yomon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94/96 — Portfolio &amp;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6A6A76"/>
                </a:solidFill>
                <a:latin typeface="DejaVu Sans Mono"/>
              </a:rPr>
              <a:t># README dagi buyruqlarni TOZA papkada sinaymiz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37309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37309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7AB8E0"/>
                </a:solidFill>
                <a:latin typeface="DejaVu Sans Mono"/>
              </a:rPr>
              <a:t>cd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/tmp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&amp;&amp;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rm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-rf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sinov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&amp;&amp;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mkdir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sinov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&amp;&amp;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7AB8E0"/>
                </a:solidFill>
                <a:latin typeface="DejaVu Sans Mono"/>
              </a:rPr>
              <a:t>cd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sinov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46202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46202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clone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https://github.com/me/kutubxona-api.git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55095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55095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FFFFFF"/>
                </a:solidFill>
                <a:latin typeface="DejaVu Sans Mono"/>
              </a:rPr>
              <a:t>cp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.env.example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.env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63988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63988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up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-d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2881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2881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FFFFFF"/>
                </a:solidFill>
                <a:latin typeface="DejaVu Sans Mono"/>
              </a:rPr>
              <a:t>sleep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C9A961"/>
                </a:solidFill>
                <a:latin typeface="DejaVu Sans Mono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581774"/>
            <a:ext cx="219456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581774"/>
            <a:ext cx="4876641" cy="208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8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-sI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localhost:8000/api/docs/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head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8" b="0" i="0">
                <a:solidFill>
                  <a:srgbClr val="FFFFFF"/>
                </a:solidFill>
                <a:latin typeface="DejaVu Sans Mono"/>
              </a:rPr>
              <a:t>-1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Cloning into '.'...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[+] Running 4/4  ✔ web  ✔ db  ✔ redis  ✔ worker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HTTP/1.1 200 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README'dagi buyruqlar toza muhitda ishladi — bu MAJBURIY tekshiruv. Ish beruvchi aynan shunday sinaydi. Ishlamasa — loyiha ko'rilmaydi.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94/96 — Portfolio &amp;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CV bandini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581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15811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Kutubxona API  ·  github.com/…  · 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4286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42862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6991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69913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· ___ ta REST endpoint, ___ auth va 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696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6964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asosidagi ruxsatlar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4014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40149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· ___ ta test, ___%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51065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1065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· ______ bilan konteynerlash va 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8116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78116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5167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05167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❌ Yozmang: «Django bilan ______»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32218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32218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✅ Yozing:  aniq ______ va natija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Aniq RAQAMLAR yozing — ular ishonch beradi.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Token asosidagi auth turi — 3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Konteynerlash vositasi.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Vazifa emas, natija yoziladi.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94/96 — Portfolio &amp;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Loyiham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Django bilan yozilgan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Demo havolasi va skrinshot qo'shing.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Ishga tushirish buyruqlarini yozing va sinab ko'ring.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Imkoniyatlarni raqamlar bilan tavsiflang.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94/96 — Portfolio &amp;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GitHub profile README yarating va repo'larni pin qiling.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Loyiha README'ni to'liq yozing va buyruqlarni toza papkada sinang.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1 sahifalik CV va LinkedIn profilini tayyorlang.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94/96 — Portfolio &amp;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README: «Bu mening loyiham»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README: nima qiladi + demo + skrinshot + ishga tushirish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Ish beruvchi 30 soniyada nima ekanini tushunishi kerak.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ishga tushirish buyruqlari sinalmagan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toza papkada clone qilib sinab ko'ring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Ishlamaydigan buyruq — eng yomon birinchi taassurot.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CV: «Django, Python, HTML, CSS, JS, C++, Java, PHP…»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CV: «Python · Django · DRF · PostgreSQL · Docker»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20 ta texnologiya — hech birini bilmaslik belgisi.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94/96 — Portfolio &amp;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Profile README qanday yaratiladi?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README'da birinchi nima bo'lishi kerak?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CV'da vazifa yoziladimi, natijami?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Smoke test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93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OpenAPI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92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94/96 — Portfolio &amp;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GitHub profili — pinned repos + Profile README + muntazam faollik.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README: nima qiladi + demo + skrinshot + SINALGAN ishga tushirish buyruqlari.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CV'da vazifa emas, RAQAM bilan natija yozing. 1 sahifa.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94/96 — Portfolio &amp;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CV va GitHub profilini tayyorlash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93: Deploy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91: Testlar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82: Server asoslari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Intervyuga tayyorgarlik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Rezyume yuborildi, suhbatga chaqirishdi. Qanday savollar so'raladi?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94: Portfolio &amp; CV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Karyera</cp:category>
</cp:coreProperties>
</file>