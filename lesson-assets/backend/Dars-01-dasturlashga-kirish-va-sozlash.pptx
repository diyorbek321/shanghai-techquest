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Dasturlashga kirish va sozlash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568196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Python asoslari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6332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7580" y="4846320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Birinchi darsda kompyuterga birinchi buyrug'ingizni beramiz va ekranda o'z matningizni ko'ramiz.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1/96 — Dasturlashga kirish va sozlash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Dastur va algoritm nima ekanini o'z so'zingiz bilan tushuntira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Kompyuteringizga Python va VS Code'ni o'rnatib, ishlashini tekshirasiz.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print() bilan ekranga istalgan matnni chiqara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Kodga izoh (#) yozib, uni Python'dan yashira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1/96 — Dasturlashga kirish va sozlash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Dasturlash haqida nima eshitgansiz? Nima deb o'ylaysiz?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Kompyuter qanday qilib buyruqni tushunadi deb o'ylaysiz?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Nima uchun aynan Python o'rganmoqchisiz?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1/96 — Dasturlashga kirish va sozlash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Algoritm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Masalani yechish uchun aniq, tartibli qadamlar ketma-ketligi. Ovqat retsepti ham algoritm.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Dastur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Kompyuter tushunadigan tilda yozilgan algoritm.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Python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Biz o'rganadigan dasturlash tili. O'qishga oson, lekin Instagram va YouTube ham undan foydalanadi.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IDE / VS 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Kod yozadigan muharrir. Xatolarni ko'rsatadi, rang beradi, ishga tushiradi.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print()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Qavs ichidagi narsani ekranga chiqaradigan buyruq.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Izoh (#)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# belgisidan keyingi matnni Python o'qimaydi — u faqat odam uchun.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1/96 — Dasturlashga kirish va sozlash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Kompyuter o'zi hech narsa bilmaydi — biz unga har bir qadamni aytib berishimiz kerak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Algoritm — bu qadamlar ketma-ketligi. Choy damlash ham algoritm.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Qadamlar tartibi muhim: suvni qaynatmasdan choy solib bo'lmaydi.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Dasturlash — algoritmni kompyuter tushunadigan tilga o'girish.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Python — shu tillardan biri, va odam tiliga eng yaqini.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kundalik algoritm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8416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# Choy damlash algoritmi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98925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1. Choynakka suv quy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869434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2. Suvni qaynat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4139943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3. Choy bargini sol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410452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4. 5 daqiqa kut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68096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680961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5. Piyolaga quy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Qadamlarni almashtirib ko'ring — natija buziladi. Kodda ham xuddi shunday.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1/96 — Dasturlashga kirish va sozlash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print() — Python'dagi eng birinchi va eng ko'p ishlatiladigan buyruq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print — «chop et» degani, ekranga chiqaradi.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Qavs () ichiga nima yozsangiz — o'shani ko'rsatadi.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Matn qo'shtirnoq ichida bo'lishi shart: "salom".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Har bir print yangi qatordan boshlanadi.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birinchi.py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65379" y="3310128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11683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2579" y="3328416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Salom, dunyo!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1683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598925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Men Python o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rganyapman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1683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869434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2026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1/96 — Dasturlashga kirish va sozlash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Birinchi dasturimizni satr-satr o'qib chiqamiz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birinchi_dastur.py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" y="3310128"/>
            <a:ext cx="634575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3328416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Bu mening birinchi dasturim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" y="3580637"/>
            <a:ext cx="634575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598925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Salom, dunyo!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869434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Mening ismim Diyorbek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39943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410452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Quyidagi satrni Python o'qimaydi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" y="4662673"/>
            <a:ext cx="634575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05256" y="468096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4680961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print("Bu ko'rinmaydi")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" y="4933182"/>
            <a:ext cx="634575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5256" y="495147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951470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Dastur tugadi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1-satr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# bilan boshlangan satr — izoh. Python uni butunlay e'tiborsiz qoldiradi.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2-satr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Birinchi haqiqiy buyruq. Qo'shtirnoq ichidagi matn ekranga chiqadi.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6-satr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Bu ham izoh — shuning uchun "Bu ko'rinmaydi" matni ekranda chiqmaydi.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7-satr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Oxirgi buyruq. Python yuqoridan pastga qarab bajaradi.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1/96 — Dasturlashga kirish va sozlash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 kod ekranga nechta qator chiqaradi?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Bir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print("Ikki")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Uch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1 qator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2 qator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3 qator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Xato beradi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1/96 — Dasturlashga kirish va sozlash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Bir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print("Ikki")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Uch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Bir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Uch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2-satr # bilan boshlangan — bu izoh. Python uni bajarmaydi, shuning uchun "Ikki" chiqmadi. Faqat 2 qator ko'rinadi.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1/96 — Dasturlashga kirish va sozlash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kod ismingizni chiqarsin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Ismni chiqaruvchi dastur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_____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Mening ismim: Aziza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Bu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satr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izoh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bo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lsin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1-bo'sh joy: ekranga chiqaradigan buyruq nomi.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2-bo'sh joy: qo'shtirnoq ichida istalgan matn yozing.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3-bo'sh joy: izohni boshlaydigan bitta belgi.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1/96 — Dasturlashga kirish va sozlash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PARSONS · TARTIBGA SOLING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Satrlarni to'g'ri tartibga soling — dastur avval salomlashsin, keyin xayrlashsin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13816" y="25786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3816" y="24871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print("Xayr!")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186" y="24871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3 · xayrlashish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729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13816" y="32644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3816" y="31729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1729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# Salomlashuv dasturi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186" y="31729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1 · izoh bilan boshlaymiz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587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13816" y="39502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3816" y="38587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8587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print("Dastur tugadi")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4186" y="38587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4 · tugatish xabari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5445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13816" y="46360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3816" y="45445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5445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print("Assalomu alaykum!")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4186" y="45445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2 · salomlashish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4186" y="2157984"/>
            <a:ext cx="29717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6A76"/>
                </a:solidFill>
                <a:latin typeface="Montserrat"/>
              </a:rPr>
              <a:t>MAQSAD YORLIQLARI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1/96 — Dasturlashga kirish va sozlash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kodni o'zgartirib, o'zingiz haqingizda gapirtiring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Salom!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Men Python o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rganyapman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Birinchi satrga o'z ismingizni qo'shing.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Uchinchi print qo'shing — yoshingizni chiqarsin.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Bitta satrni izohga aylantiring va natija o'zgarganini ko'ring.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1/96 — Dasturlashga kirish va sozlash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5 ta print() yozing: ism, familiya, yosh, shahar, sevimli rang.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Kodingizga 2 ta izoh qo'shing — bittasi tepada, bittasi satr yonida.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Ekranga o'zingizning ismingizdan yulduzchalardan ramka yasang (print bilan 5 qator).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1/96 — Dasturlashga kirish va sozlash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Print("Salom")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print("Salom")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Python katta va kichik harfni farqlaydi. Barcha standart funksiyalar kichik harfda.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print(Salom)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print("Salom")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Matn qo'shtirnoqsiz yozilsa, Python uni o'zgaruvchi deb o'ylaydi va topa olmaydi.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print("Salom"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print("Salom")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Ochilgan qavs albatta yopilishi kerak. Python "unexpected EOF" xatosini beradi.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1/96 — Dasturlashga kirish va sozlash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print() nima qiladi?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# belgisi nimaga kerak?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Matnni qo'shtirnoqsiz yozsak nima bo'ladi?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Algoritm nima? Kundalik hayotdan misol keltiring.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Python kodni qaysi tomondan boshlab bajaradi?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1/96 — Dasturlashga kirish va sozlash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Algoritm — aniq qadamlar ketma-ketligi. Dastur — uning kompyuter tilidagi ko'rinishi.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print() qavs ichidagini ekranga chiqaradi. Matn qo'shtirnoq ichida bo'ladi.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# bilan boshlangan satrni Python o'qimaydi — u odam uchun izoh.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1/96 — Dasturlashga kirish va sozlash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Muhitni o'rnatib, 5 ta print() dasturi yozish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VS Code va Python ishlayotganini yana bir bor tekshiring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Darsda yozgan kodni yopib, xotiradan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O'zgaruvchilar (Variables)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Ismingizni ekranga chiqarish uchun har safar qo'lda yozish kerakmi? Yoki uni bir joyda saqlab qo'yish mumkinmi?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1: Dasturlashga kirish va sozlash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Python asoslari</cp:category>
</cp:coreProperties>
</file>