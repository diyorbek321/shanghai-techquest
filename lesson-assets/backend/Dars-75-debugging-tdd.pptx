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Debugging &amp; TDD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54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578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Debugging va TDD — xatoni topish san'ati va testni birinchi yozish madaniyati.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pdb/breakpoint bilan kodni qadamma-qadam kuzata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Xatoni tizimli topish usulini qo'llay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TDD siklini (RED-GREEN-REFACTOR) qo'llay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Test coverage'ni o'lchay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«pytest / Django test»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pytest yoki Django TestCase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(API endpoint uchun testlar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Debugging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Xatoni topish va tuzatish jarayoni.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breakpoint()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Kodni shu joyda to'xtatib, ichiga kirish.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Debugger. n, s, c, p buyruqlari.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Test-Driven Development — avval test, keyin kod.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RED-GREEN-REFACTOR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TDD sikli.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Test qamrovi foizi.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breakpoint() kodni to'xtatib, o'zgaruvchilarni ko'rish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print() bilan debug qilish — sekin va iflos.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breakpoint() — Python 3.7+ da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 (next), s (step), c (continue), p x (print), q (quit).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VS Code'da grafik debugger ham bor — F5.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debug.py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2267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breakpoint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shu yerda to'xtaydi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miqdor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miqdor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(Pdb) p narx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1000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(Pdb) p foiz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(Pdb) 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(Pdb) p miqdor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100.0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(Pdb)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Xatoni topish — taxmin qilish emas, tizimli qidiruv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1) Xatoni QAYTA HOSIL QILING — barqaror ko'rinsin.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2) Traceback'ni OXIRIDAN o'qing — asl sabab u yerda.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3) Muammoni toraytiring: qaysi satrgacha to'g'ri?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4) Bitta narsani o'zgartiring va qayta sinang.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traceback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054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054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Traceback (most recent call last):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8197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8197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File "main.py", line 15, in &lt;module&gt;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03404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03404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natija = hisobla(malumot)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24833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24833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File "hisob.py", line 8, in hisobla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46262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46262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return sum(x["narx"] for x in malumot)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67691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67691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File "hisob.py", line 8, in &lt;genexpr&gt;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return sum(x["narx"] for x in malumot)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10549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10549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KeyError: 'narx'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31978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31978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53407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53407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# ← Shu satrni BIRINCHI o'qing: KeyError 'narx'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7483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7483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# ← Keyin: hisob.py, 8-satr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49626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49626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# Sabab: ba'zi element'da "narx" kaliti yo'q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TDD: avval yiqiladigan test, keyin uni ishlatadigan kod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🔴 RED — test yozing, u YIQILSIN.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🟢 GREEN — eng sodda kod yozing, test o'tsin.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🔵 REFACTOR — kodni tozalang, test yana o'tsin.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sikl kodni testlanadigan qilib loyihalashga majbur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tdd.py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1. RED — test yozdik, funksiya hali yo'q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12189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test_chegirma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NameError: chegirma is not defined  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2. GREEN — eng sodda kod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3951284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1 passed 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3. REFACTOR — validatsiya qo'shamiz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5379" y="4790379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"""Chegirmali narxni qaytaradi."""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Foiz 0-100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1 passed 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TDD bilan yangi funksiyani yozib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tdd_misol.py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1-QADAM: RED ────────────────────────────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test_savat.py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test_bosh_savat_nol_qaytaradi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savat_jami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test_bitta_mahsulot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savat_jami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test_chegirma_bilan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savat_jami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9000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pytest: 3 failed (funksiya yo'q)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2-QADAM: GREEN ──────────────────────────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savat_jami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pytest: 3 passed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3-QADAM: REFACTOR ───────────────────────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savat_jami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dict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"""Savatning chegirmali umumiy summasi."""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Chegirma 0-100 oralig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pytest: 3 passed  (hech nima buzilmadi)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Testlar avval yozildi — funksiya hali mavjud emas.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Eng sodda ishlaydigan kod. Mukammal bo'lishi shart emas.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Refactor — testlar himoya vazifasini bajaradi.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Formula o'zgardi, lekin testlar hali ham o'tadi — demak buzmadik.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TDD'da birinchi qadam nima?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Yangi funksiya yozmoqchisiz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Funksiyani yozish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YIQILADIGAN test yozish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Hujjat yozish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Refactor qilish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--cov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--cov-report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term-missing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Name                  Stmts   Miss  Cover   Missing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----------------------------------------------------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blog/models.py           24      2    92%   45, 51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blog/serializers.py      18      0   100%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blog/views.py            31      7    77%   22-28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----------------------------------------------------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TOTAL                    73      9    88%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Missing ustuni test QAMRAMAGAN satrlarni ko'rsatdi. views.py'ning 22-28 satrlari hech qachon bajarilmagan — u yerga test yozish kerak. 80% dan yuqori — yaxshi ko'rsatkich.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TDD sikli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1. ___ — test yozamiz, u yiqilsin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5102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5102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test_qosh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3939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3939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2775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2775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1612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1612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2. _____ — eng sodda kod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0448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0448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9285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9285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8122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122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6958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6958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3. ________ — tozalaymiz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65795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65795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84631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1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"""Ikki sonni qo'shadi."""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03468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03468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22305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22305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41141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41141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Kodni to'xtatib ko'rish uchun: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978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978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TDD sikli uch rangdan iborat: qizil, yashil, ko'k.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Tekshiruv kalit so'zi.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Debugger'ni ishga tushiruvchi funksiya — 10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hisobla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TDD bilan boshlang: avval nolga bo'lish testini yozing.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Testni o'tkazadigan kod yozing (ZeroDivisionError tutish).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breakpoint() qo'yib, qadamma-qadam kuzating.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breakpoint() bilan bitta funksiyani qadamma-qadam kuzating.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TDD bilan yangi funksiya yozing (RED → GREEN → REFACTOR).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Loyihangizga 5 ta test qo'shing va coverage'ni o'lchang.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print(x)  # 20 joyda debug uchun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breakpoint()  # bitta joyda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print bilan debug — sekin va kodni ifloslantiradi.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testni koddan KEYIN yozish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testni koddan OLDIN yozish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Keyin yozilgan test mavjud kodga moslashadi — xatoni ko'rmaydi.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traceback'ni tepasidan o'qish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traceback'ni OXIRIDAN o'qish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Asl xato eng oxirgi satrda yozilgan.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breakpoint()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TDD sikli qanday?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Traceback'ni qayerdan o'qish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Fixture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AAA tuzilishi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breakpoint() — print'dan ancha kuchli. n, s, c, p buyruqlari.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Traceback'ni OXIRIDAN o'qing — asl sabab u yerda.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TDD: RED (yiqiladigan test) → GREEN (sodda kod) → REFACTOR (tozalash).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75/96 — Debugging &amp;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Loyihaga 5 ta test qo'shish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74: pytest / Django test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72: REST API loyiha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63: ViewSets &amp; Routers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Environment &amp;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Kodda baza paroli yozilgan. Uni GitHub'ga yuklaganda nima bo'ladi?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75: Debugging &amp; TDD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Testing</cp:category>
</cp:coreProperties>
</file>