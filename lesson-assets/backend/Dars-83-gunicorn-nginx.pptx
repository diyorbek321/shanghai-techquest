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Gunicorn &amp; Nginx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6771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28-hafta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Gunicorn va Nginx — loyihani haqiqiy yuklama uchun tayyorlash.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WSGI nima ekanini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Gunicorn'ni sozlab ishga tushira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Nginx'ni reverse proxy sifatida sozlay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collectstatic bilan static fayllarni tayyorlay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«Server asoslari»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VPS/server, Linux asoslari, SSH bilan ulanish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(Serverga SSH orqali ulanish…)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WSGI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Python web ilova va server o'rtasidagi standart.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Gunicorn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Ishlab chiqarish uchun WSGI serveri.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Nginx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Web server va reverse proxy.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Reverse proxy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So'rovni orqadagi serverga uzatuvchi.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collectstatic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Static fayllarni bitta papkaga yig'ish.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systemd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Xizmatni avtomatik ishga tushirish tizimi.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runserver faqat ishlab chiqish uchun — u bir vaqtda bitta so'rovni bajaradi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runserver — sekin, xavfsiz emas, bir jarayonli.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Gunicorn — ko'p worker, parallel so'rovlar.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Worker soni: (CPU yadro × 2) + 1.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Gunicorn static fayllarni bermaydi — bu Nginx ishi.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gunicorn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O'rnatish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22013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gunicorn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81370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40727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Sinab ko'rish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981796"/>
            <a:ext cx="5367363" cy="25935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000084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gunicorn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config.wsgi:application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59441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--bind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.0.0.0:8000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518798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--workers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778155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--timeout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C9A961"/>
                </a:solidFill>
                <a:latin typeface="DejaVu Sans Mono"/>
              </a:rPr>
              <a:t>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037512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296869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config.wsgi:application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55622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  ↑ modul     ↑ obyekt nomi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Nginx oldinda turadi: static fayllarni o'zi beradi, qolganini Gunicorn'ga uzatadi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Brauzer → Nginx (80/443) → Gunicorn (8000) → Django.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Static va media fayllarni Nginx to'g'ridan-to'g'ri beradi — ancha tez.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SSL sertifikat ham Nginx darajasida.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standart arxitektura.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/etc/nginx/sites-available/blog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server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1281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listen 80;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6296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server_name blog.uz www.blog.uz;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1311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544985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6327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location /static/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71342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alias /var/www/blog/staticfiles/;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86358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expires 30d;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01373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16388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31404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location /media/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46419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alias /var/www/blog/media/;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61435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76450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91465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location / {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5379" y="5046525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211683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06481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proxy_pass http://127.0.0.1:8000;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21496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proxy_set_header Host $host;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36512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proxy_set_header X-Real-IP $remote_addr;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51527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66542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collectstatic barcha static fayllarni bitta papkaga yig'adi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 static fayllari turli app'larda tarqalgan.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collectstatic ularni STATIC_ROOT ga yig'adi.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Nginx faqat shu papkani biladi.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DEBUG=False bo'lganda Django static bermaydi — bu SHART.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settings.py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88221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88221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6A6A76"/>
                </a:solidFill>
                <a:latin typeface="DejaVu Sans Mono"/>
              </a:rPr>
              <a:t># settings.py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24748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24748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STATIC_URL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/static/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542987"/>
            <a:ext cx="5367363" cy="23652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561275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61275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STATIC_ROOT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BASE_DIR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staticfiles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797802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797802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STATICFILES_DIRS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BASE_DIR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static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034329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034329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270856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70856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MEDIA_URL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/media/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507383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507383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MEDIA_ROOT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BASE_DIR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media</a:t>
            </a:r>
            <a:r>
              <a:rPr sz="1311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743910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743910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980437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980437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6A6A76"/>
                </a:solidFill>
                <a:latin typeface="DejaVu Sans Mono"/>
              </a:rPr>
              <a:t># Terminal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216964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216964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6A6A76"/>
                </a:solidFill>
                <a:latin typeface="DejaVu Sans Mono"/>
              </a:rPr>
              <a:t>#   python manage.py collectstatic --noinput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453491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453491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6A6A76"/>
                </a:solidFill>
                <a:latin typeface="DejaVu Sans Mono"/>
              </a:rPr>
              <a:t>#   → 128 static files copied to staticfiles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Loyihani server uchun to'liq tayyorlaymiz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server sozlash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Static fayllar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collectstatic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--noinput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Gunicorn uchun systemd xizmati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nano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/etc/systemd/system/blog.service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────────────────────────────────────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[Unit]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Description=Blog Gunicorn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After=network.target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[Service]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User=dev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WorkingDirectory=/var/www/blog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EnvironmentFile=/var/www/blog/.env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ExecStart=/var/www/blog/.venv/bin/gunicorn \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  config.wsgi:application \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  --bind 127.0.0.1:8000 --workers 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" y="551419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Restart=always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[Install]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WantedBy=multi-user.target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────────────────────────────────────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daemon-reload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enable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--now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" y="659622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Nginx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/etc/nginx/sites-available/blog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/etc/nginx/sites-enabled/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nginx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reload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nginx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8952" y="767825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HTTPS (bepul sertifikat)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certbot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python3-certbot-nginx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certbot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--nginx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blog.uz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www.blog.uz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EnvironmentFile — .env dan o'qiydi (76-dars). Parollar xizmat faylida yozilmaydi.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Restart=always — ilova qulasa systemd uni qayta ishga tushiradi.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28-satr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enable --now — hozir ishga tushiradi VA server qayta yuklanganda avtomatik yoqadi.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36-satr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nginx -t — konfiguratsiyani tekshiradi. Reload'dan OLDIN har doim bajaring.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DEBUG=False bo'lganda Django static fayllarni beradimi?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/static/style.css so'raldi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Ha, beradi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YO'Q — Nginx berishi kerak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http://blog.uz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● blog.service - Blog Gunicorn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    Active: active (running) since Fri 10:22:41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  Main PID: 4821 (gunicorn)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     Tasks: 4 (limit: 2274)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HTTP/1.1 200 OK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Server: nginx/1.24.0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0">
                <a:solidFill>
                  <a:srgbClr val="FFFFFF"/>
                </a:solidFill>
                <a:latin typeface="DejaVu Sans Mono"/>
              </a:rPr>
              <a:t>Content-Type: text/html; charset=utf-8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Gunicorn 4 ta jarayon bilan ishlayapti (1 master + 3 worker). Nginx 200 qaytardi — u so'rovni Gunicorn'ga uzatdi va javobni qaytardi.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prod sozlamalari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6A6A76"/>
                </a:solidFill>
                <a:latin typeface="DejaVu Sans Mono"/>
              </a:rPr>
              <a:t># Static fayllarni yig'ish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9811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9811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_____________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--noinput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3357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33572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903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69030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6A6A76"/>
                </a:solidFill>
                <a:latin typeface="DejaVu Sans Mono"/>
              </a:rPr>
              <a:t># WSGI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0448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04488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config.wsgi:application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3994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3994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--bind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C9A961"/>
                </a:solidFill>
                <a:latin typeface="DejaVu Sans Mono"/>
              </a:rPr>
              <a:t>127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.0.0.1:8000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--_______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C9A961"/>
                </a:solidFill>
                <a:latin typeface="DejaVu Sans Mon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1086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10862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6A6A76"/>
                </a:solidFill>
                <a:latin typeface="DejaVu Sans Mono"/>
              </a:rPr>
              <a:t># Nginx konfiguratsiyasini tekshirish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4632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46320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nginx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8177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81778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1723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17236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6A6A76"/>
                </a:solidFill>
                <a:latin typeface="DejaVu Sans Mono"/>
              </a:rPr>
              <a:t># Xizmatni avtomatik yoqish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55269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552694"/>
            <a:ext cx="5742249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--now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blog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Static fayllarni yig'adigan buyruq — collect…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WSGI serveri nomi — 8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Parallel jarayonlar soni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Konfiguratsiyani tekshiradi — bitta bayroq.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gunicorn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config.wsgi:application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--bind va --workers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systemd xizmati sifatida sozlang.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Nginx konfiguratsiyasida static uchun location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Gunicorn o'rnatib, loyihani ishga tushiring.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collectstatic bajarib, STATIC_ROOT ni tekshiring.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Nginx sozlab, brauzerdan domen orqali oching.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python manage.py runserver 0.0.0.0:80  # prod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gunicorn config.wsgi:application --workers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runserver bir vaqtda bitta so'rov bajaradi va xavfsiz emas.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collectstatic bajarilmadi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python manage.py collectstatic --noinput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DEBUG=False bo'lganda CSS/JS ko'rinmay qoladi.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sudo systemctl reload nginx  # tekshiruvsiz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sudo nginx -t &amp;&amp; sudo systemctl reload nginx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Xato konfiguratsiya bilan reload qilinsa sayt butunlay o'chadi.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WSGI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Nginx nima uchun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collectstatic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SSH kalit qanday ishlaydi?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depends_on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runserver faqat ishlab chiqish uchun. Prod'da Gunicorn (ko'p worker).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Nginx oldinda: static'ni o'zi beradi, qolganini Gunicorn'ga uzatadi.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DEBUG=False bo'lsa collectstatic MAJBURIY — aks holda CSS/JS ko'rinmaydi.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83/96 — Gunicorn &amp;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Loyihani server uchun tayyorlash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82: Server asoslari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80: Dockerfile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71: Bog'lanishlar 2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Deploy &amp; CI/CD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Har o'zgarishda serverga kirib, qo'lda git pull qilamizmi? Buni avtomatlashtirsa bo'lmaydimi?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83: Gunicorn &amp; Nginx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Deployment</cp:category>
</cp:coreProperties>
</file>