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CRUD API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PUT, PATCH va DELETE — CRUD'ning qolgan qismi. Va validatsiya xatolarini to'g'ri qaytarish.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PUT va PATCH farqini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partial=True ning vazifasini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DELETE bilan obyektni o'chira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Validatsiya xatolarini aniq formatda qaytara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«CRUD API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GET (list, retrieve) va POST (create) endpointlar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(Ma'lumot yaratish va ko'rish API'si…)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To'liq almashtirish. Barcha maydon kerak.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Qisman o'zgartirish. Faqat kerakli maydon.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partial=True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Serializer'ga «hamma maydon shart emas» deyish.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O'chirish. 204 No Content qaytaradi.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204 No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Muvaffaqiyat, lekin javob body'si yo'q.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validate_&lt;maydon&gt;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Bitta maydon uchun o'z validatsiyangiz.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PUT hamma maydonni talab qiladi, PATCH esa faqat yuborilganini o'zgartiradi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PUT — obyektni to'liq almashtiradi. Yuborilmagan maydon bo'shatiladi yoki xato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PATCH — faqat yuborilgan maydonni o'zgartiradi.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Amalda PATCH ko'proq ishlatiladi.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Serializer'da farq: partial=True.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put vs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171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171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PUT — hamma maydon kerak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484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484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PUT /api/postlar/1/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796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796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{"sarlavha": "Yangi", "matn": "Matn",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109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109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"kategoriya": 1}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4221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4221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348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348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PATCH — faqat o'zgaradigani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475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475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PATCH /api/postlar/1/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3602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3602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{"sarlavha": "Yangi"}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6729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6729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9856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9856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PUT bilan faqat sarlavha yuborilsa: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2983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2983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# → 400 {"matn": ["This field is required."]}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Yangilashda serializer'ga instance ham, data ham beriladi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Serializer(obyekt, data=yangi) — yangilash.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partial=True — PATCH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save() bu safar update() ni chaqiradi, create()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DELETE'da serializer kerak emas — obyekt.delete().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75589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patch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379" y="4837924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65379" y="591995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HTTP_204_NO_CONTENT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Validatsiya xatosi aniq va tushunarli bo'lishi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validate_&lt;maydon&gt; — bitta maydon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validate — bir nechta maydon o'zaro bog'liq bo'lsa.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ValidationError xabari client'ga to'g'ridan-to'g'ri boradi.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Xabar foydalanuvchi tushunadigan tilda bo'lsin.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validatsiya.py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167052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validate_sarlavha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Sarlavha kamida 5 belgi bo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lsin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65379" y="4982170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validate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Matnsiz post chop etilmaydi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malumot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To'liq CRUD API'ni yakunlaymiz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"""GET / PUT / PATCH / DELETE bitta post uchun."""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_yangila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patch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_yangila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_yangila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partial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_obyekt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HTTP_204_NO_CONTENT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Yordamchi metod — DRY (16-dars). Har metodda takrorlamaymiz.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PUT va PATCH farqi faqat partial parametrida — umumiy metodga chiqardik.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save() bu safar update() ni chaqiradi, chunki instance berilgan.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204 — muvaffaqiyat, lekin body yo'q. Response()'ga data berilmadi.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PUT bilan faqat bitta maydon yuborilsa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PUT /api/postlar/1/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{"sarlavha": "Yangi"}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matn maydoni majburiy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sarlavha o'zgaradi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400 — matn talab qilinadi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matn bo'shatiladi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201 qaytadi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PUT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.../api/postlar/1/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'{"sarlavha": "Yangi"}'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PATCH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.../api/postlar/1/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'{"sarlavha": "Yangi"}'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.../api/postlar/1/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HTTP/1.1 400 Bad Request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{"matn":["This field is required."]}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HTTP/1.1 200 OK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{"id":1,"sarlavha":"Yangi","matn":"eski matn"}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HTTP/1.1 204 No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PUT hamma maydonni talab qildi — matn yo'q edi, 400. PATCH esa faqat sarlavhani o'zgartirdi, matn eskiligicha qoldi. DELETE 204 qaytardi — body yo'q.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PATCH va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8156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8156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patch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386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386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4617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4617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7848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7848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1079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1079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4309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4309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0771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0771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001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001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7232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7232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0463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0463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3693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3693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Yangilashda serializer'ga birinchi obyekt beriladi.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PATCH uchun kerakli parametr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O'chirish metodi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O'chirilganda qaytadigan kod — 204.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put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067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067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9809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9809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155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55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patch metodini qo'shing (partial=True bilan).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delete metodini qo'shing (204 bilan).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validate_sarlavha bilan minimal uzunlik tekshiruvini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PUT, PATCH va DELETE endpointlarini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validate_ metodi bilan o'z validatsiyangizni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CRUD API'ni curl bilan barcha holatda sinab chiqing.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PostSerializer(data=request.data)  # yangilashda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PostSerializer(post, data=request.data)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instance berilmasa YANGI obyekt yaratiladi.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patch(...):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ser = PostSerializer(post, data=...)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patch(...):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ser = PostSerializer(post, data=..., partial=True)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partial=True'siz PATCH ham hamma maydonni talab qiladi.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Response({'ok': True}, status=204)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Response(status=204)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204 — «kontent yo'q» degani. Body yuborilmaydi.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PUT va PATCH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partial=True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DELETE qaysi status kod qaytaradi?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 muvaffaqiyatli bo'lsa qaysi kod?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ModelViewSet qaysi amallarni beradi?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PUT to'liq almashtiradi (hamma maydon kerak), PATCH qisman o'zgartiradi.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Yangilashda Serializer(obyekt, data=…). PATCH uchun partial=True.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DELETE → 204 No Content, body yuborilmaydi.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65/96 — CRUD API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To'liq CRUD API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64: CRUD API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62: API View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53: App va Routing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Filtrlash &amp;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1000 ta post bor. Hammasini bir javobda yuborsak — mobil ilova qotib qoladi. Nima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65: CRUD API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