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Branch va merge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Git &amp; GitHub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Branch — parallel dunyo. Asosiy kodni buzmasdan yangi narsa sinash imkoni.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Branch yaratib, unga o'ta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Branchni main'ga merge qila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Konfliktni tushunib, hal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.gitignore ni to'g'ri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«Git asoslari»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Versiya nazorati nima. git init, add, commit, status, log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Git bilan boshqarish (5 ta commit)…)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Tarmoq. Asosiy koddan ajralgan parallel yo'nalish.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main /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Asosiy branch. Ishlaydigan kod shu yerda.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git switch -c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Yangi branch yaratib, unga o'tadi.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Branchni asosiyga qo'shish.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Konflikt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joyni ikki branch turlicha o'zgartirgan holat.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.gitignore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 kuzatmaydigan fayllar ro'yxati.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Branch — asosiy koddan nusxa olib, unda erkin ishlash imkoni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main — ishlaydigan, tekshirilgan kod.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Yangi funksiya — alohida branchda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Tayyor bo'lsa — main'ga merge qilinadi.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Ishlamasa — branch shunchaki o'chiriladi, main toza qoladi.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Yaratish va o'tish (bir buyruqda)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feature/login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Ro'yxat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Boshqa branchga o'tish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O'chirish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feature/login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Eski buyruq git checkout -b ham ishlaydi. switch — yangiroq va aniqroq.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Merge — branchdagi o'zgarishni asosiyga qaytarish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Avval qabul qiluvchi branchga o'tasiz (odatda main).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 git merge &lt;branch&gt; deysiz.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 o'zgarishlarni avtomatik birlashtiradi.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joy ikkalasida o'zgargan bo'lsa — konflikt chiqadi.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1) Branchda ishladik va commit qildik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feature/login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… kod yozildi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-am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"feat: login qo'shildi"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2) main'ga qaytamiz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3) Birlashtiramiz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merge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feature/login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4) Tozalaymiz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feature/login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Konflikt — Git qaysi versiya to'g'ri ekanini bilmagan holat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 faylga maxsus belgilar qo'yadi: &lt;&lt;&lt;&lt;&lt;&lt;&lt; ======= &gt;&gt;&gt;&gt;&gt;&gt;&gt;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Siz keraklisini qoldirib, belgilarni o'chirasiz.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 git add + git commit.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Konflikt — xato emas, oddiy ish jarayoni.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konflikt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504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504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def salomlash():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85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85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&lt;&lt;&lt;&lt;&lt;&lt;&lt;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3867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3867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print("Salom!")          # main dagi versiya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548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548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=======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7230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7230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print("Assalomu alaykum!")  # branch dagi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&gt;&gt;&gt;&gt;&gt;&gt;&gt; feature/salom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0593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0593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2275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2275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# Hal qilingandan keyin: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956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956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def salomlash():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5638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5638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print("Assalomu alaykum!")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Branchda funksiya yozib, main'ga merge qilamiz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1) Holatni tekshiramiz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8516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4369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70222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6075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2) Yangi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3640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41928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feature/kalkulyator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7781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13634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3) Kod yozdik, saqlaymiz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9487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kalkulyator.py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85340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"feat: kalkulyator moduli"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2119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7046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4) Yana bir o'zgarish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92899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-am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"test: kalkulyator testlari"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10464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8752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64605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5) main'ga qaytib, birlashtiramiz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000458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36311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merge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feature/kalkulyator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" y="5253876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05256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72164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408017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6) Branchni o'chiramiz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43870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feature/kalkulyator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7972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--oneline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--graph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-c = create. Yaratadi va darhol o'tadi.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-am = add + message. Faqat MAVJUD fayllar uchun ishlaydi.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Merge qilishdan oldin albatta qabul qiluvchi branchga o'ting.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--graph — branchlar tarixini vizual ko'rsatadi.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git merge qilishdan oldin qaysi branchda turish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6A6A76"/>
                </a:solidFill>
                <a:latin typeface="DejaVu Sans Mono"/>
              </a:rPr>
              <a:t># feature branchdagi ishni main'ga qo'shmoqchisiz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4780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4780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merge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feature branchda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main branchda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Farqi yo'q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Yangi branchda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branch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 main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* test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* main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* belgisi hozir qaysi branchda turganingizni ko'rsatadi. switch -c avval test'ga o'tkazdi, keyin main'ga qaytdik.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branch bilan ishlang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89815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89815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feature/yangi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yaratish va o'tish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1057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1057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72299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72299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6A6A76"/>
                </a:solidFill>
                <a:latin typeface="DejaVu Sans Mono"/>
              </a:rPr>
              <a:t># … kod yozildi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13541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13541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4783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54783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"feat: yangi funksiya"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96025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96025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7267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37267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asosiyga qaytish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78509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78509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feature/yangi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birlashtirish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219751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219751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feature/yangi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o'chirish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branch o'zgartiradigan zamonaviy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asosiy branch nomi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birlashtiradigan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5-bo'sh joy: o'chirish bayrog'i.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switch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feature/test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-am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'x'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Commit xabarini to'g'ri shaklda yozing.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main'ga merge qiling va branchni o'chiring.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Ataylab konflikt yarating va uni hal qiling.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Yangi branch yaratib, unda bitta funksiya yozing va commit qiling.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Branchni main'ga merge qilib, keyin o'chiring.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Bitta faylni ikki branchda turlicha o'zgartirib, konfliktni hal qiling.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merge main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feature branchda turibsiz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switch main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merge feature/x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Merge qabul qiluvchi branchda bajariladi.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branch -d feature/x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merge qilinmagan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merge feature/x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branch -d feature/x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Merge qilinmagan branch o'chirilsa ish yo'qoladi. -d ogohlantiradi, -D majburlaydi.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konflikt belgilari qolgan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avval &lt;&lt;&lt;&lt;&lt;&lt;&lt; ======= &gt;&gt;&gt;&gt;&gt;&gt;&gt; ni o'chiring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Konflikt belgilari qolib ketsa kod ishlamaydi.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Branch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Merge qilishdan oldin qayerda turish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Konflikt qachon yuz beradi?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 add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@dataclass qaysi metodlarni yozadi?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Branch — parallel yo'nalish. main toza qoladi, tajriba alohida branchda.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 switch -c &lt;nom&gt; → ishlash → git switch main → git merge &lt;nom&gt;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Konflikt — xato emas. Belgilarni o'chirib, keraklisini qoldiring.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38/96 — Branch va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Yangi branch'da funksiya yozib, merge qilish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37: Git asoslari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35: PEP8 &amp; Type hints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26: Atribut va metod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Kodingiz faqat sizning kompyuteringizda. Kompyuter buzilsa nima bo'ladi? Va do'stingiz uni qanday ko'radi?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38: Branch va merge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Git &amp; GitHub</cp:category>
</cp:coreProperties>
</file>