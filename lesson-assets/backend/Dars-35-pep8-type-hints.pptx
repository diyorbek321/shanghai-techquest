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PEP8 &amp; Type hints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Toza kod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1226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351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PEP 8 va type hints — kodni boshqa dasturchi (va 6 oydan keyingi o'zingiz) tushunadigan qilish.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PEP 8 ning asosiy qoidalarini qo'llay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Type hints yozib, funksiya imzosini aniqlashtira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black va flake8 ni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Eski kodni standartga moslashtira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«Virtual muhit»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venv yaratish va faollashtirish. requirements.txt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(Yangi loyiha uchun venv sozlash…)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PEP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kod yozish uslubi bo'yicha rasmiy qo'llanma.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snake_case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O'zgaruvchi va funksiya: talaba_yoshi, hisobla()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CamelCase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Class nomi: BankHisobi, Talaba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UPPER_CASE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Konstanta: MAX_URINISH =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Type hints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def f(x: int) -&gt; str — tur ko'rsatkichlari.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black / flake8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Avtoformatlovchi va linter.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PEP 8 — Python hamjamiyatining umumiy kelishuvi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Chekinish — 4 ta bo'sh joy (tab emas).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Satr uzunligi — 79 belgi (yoki jamoa kelishuviga ko'ra 88).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 va o'zgaruvchi — snake_case, class — CamelCase.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Operatorlar atrofida bo'sh joy: a + b, a = 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pep8.py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✗ PEP 8 buzilgan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CalcTotal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✓ PEP 8 ga mos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01421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hisobla_jami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90575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MAX_URINISH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konstanta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5379" y="5440680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BankHisobi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class — CamelCase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Type hints kodni o'qishni osonlashtiradi va xatoni oldindan topadi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 f(x: int) -&gt; str — x butun son, natija matn.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Python ularni MAJBURLAMAYDI — bu hujjat va IDE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VS Code type hints bilan xatolarni yozayotganda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list[int], dict[str, int], str | None — zamonaviy shakl.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type_hints.py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00798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0262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0262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27406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7406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 yosh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52185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2185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6964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6964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399914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01743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1743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float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6522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6522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51301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51301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6080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6080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99030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500859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00859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topish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25638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25638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dict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1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5041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5041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str | None — «matn yoki hech nima». Optional[str] ning zamonaviy shakli.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black avtomatik formatlaydi, flake8 esa xatolarni topadi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black fayl.py — kodni bir zumda PEP 8 ga soladi.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flake8 fayl.py — uslub xatolarini ro'yxat qilib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Bahslashish tugaydi — black qanday qilsa, shunday.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VS Code'da saqlashda avtoformat yoqib qo'yiladi.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black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flake8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Formatlash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black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main.py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black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438" b="0" i="0">
                <a:solidFill>
                  <a:srgbClr val="6A6A76"/>
                </a:solidFill>
                <a:latin typeface="DejaVu Sans Mono"/>
              </a:rPr>
              <a:t># butun loyiha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Tekshirish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flake8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main.py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Faqat ko'rish, o'zgartirmasdan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black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--check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--diff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main.py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Eski kodni PEP 8 va type hints bilan qayta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tozalash.py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── OLDIN ──────────────────────────────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094523"/>
            <a:ext cx="634575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12811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calc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62965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413119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63273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713427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63581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013735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163889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314043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── KEYIN ──────────────────────────────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445909"/>
            <a:ext cx="634575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64197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yigindi_chegaradan_yuqori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596063"/>
            <a:ext cx="634575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614351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64505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chegara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914659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5064813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"""Chegaradan katta sonlar yig'indisini qaytaradi."""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196679"/>
            <a:ext cx="634575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14967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chegara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65121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15275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665429"/>
            <a:ext cx="574224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yigindi_chegaradan_yuqori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calc — nima hisoblaydi? l va p nima? Hech narsa tushunarli emas.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Nom endi o'zini tushuntiradi — izoh kerak emas.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Type hints: ro'yxat butun sonlardan iborat, natija butun son.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Generator ifodasi bilan 5 satr 1 satrga aylandi.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Type hints Python'ni majburlaydimi?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TypeError beradi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salomsalom chiqadi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Ogohlantirish beradi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 chiqmaydi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salomsalom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Python type hints'ni ISHGA TUSHIRISHDA tekshirmaydi — ular hujjat. Lekin VS Code va mypy «int kutilgan edi» deb ogohlantiradi. Xatoni yozayotganda topasiz.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type hints qo'shing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03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03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 yosh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365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365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627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627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7889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7889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9151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9151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0413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0413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1675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1675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937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2937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MAX_BALL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konstanta nomi qanday yoziladi?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ism — matn, yosh — butun son.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-&gt; belgisi natija turini ko'rsatadi.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Bo'lish natijasi har doim kasrli 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calc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PEP 8 ga moslang: nom, chekinish, bo'sh joylar.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Type hints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Docstring qo'shing va black bilan formatlang.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1-oyda yozgan bitta dasturingizni PEP 8 ga moslang.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funksiyaga type hints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black va flake8 ni o'rnatib, loyihangizga qo'llang.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CalcTotal(a,b):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hisobla_jami(narx, soni):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Funksiya nomi snake_case va ma'noli bo'lishi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x=a+b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 = a +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Operatorlar atrofida bo'sh joy qo'yiladi.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f(x: int):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str(x)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f(x: int) -&gt; str: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str(x)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Natija turini ham ko'rsating — kod o'qishi osonlashadi.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PEP 8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Type hints Python'ni majburlaydimi?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black va flake8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venv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Closure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PEP 8: 4 bo'sh joy, snake_case funksiya uchun, CamelCase class uchun.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Type hints majburlamaydi — lekin IDE xatoni yozayotganda ko'rsatadi.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black formatlaydi, flake8 tekshiradi. Ikkalasini ham loyihaga qo'shing.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Toza kod · Dars 35/96 — PEP8 &amp; Type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Eski kodni PEP8 ga moslashtirish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34: Virtual muhit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32: Generatorlar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23: JSON va CSV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OOP loyiha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3-oyda o'rgangan barcha narsani birlashtirib, haqiqiy tizim yozsak — nimadan boshlaymiz?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35: PEP8 &amp; Type hints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Toza kod</cp:category>
</cp:coreProperties>
</file>