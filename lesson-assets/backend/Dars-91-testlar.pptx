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Testlar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Loyiha uchun testlar — o'zgartirishdan qo'rqmaslik uchun.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Model, servis va API uchun test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Muhim biznes qoidalarni test bilan qamray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Coverage 80% dan yuqori qila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Testlarni CI'da ishga tushira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«Auth &amp; Review»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Authentication, permissions qo'shish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(Auth qo'shish + kodni tozalash…)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Test piramidasi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Ko'p unit, o'rtacha integratsiya, kam E2E.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Unit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Bitta funksiya — tez.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Integration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necha qism birga — API testi.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Happy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Hammasi to'g'ri ketgan holat.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Edge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Chegara holati: bo'sh, nol, maksimal.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parametrize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testni turli ma'lumot bilan ishlatish.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Test piramidasi — ko'p tez test, kam sekin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Unit (servis, model) — juda tez, ko'p yoziladi.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Integration (API) — o'rtacha, muhim oqimlar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E2E — sekin, faqat eng kritik yo'llar.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biznes qoida uchun kamida bitta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piramida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   ╱╲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  ╱E2E╲          kam (2-3 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 ╱──────╲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 ╱  API   ╲       o'rtacha (15-20 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╱──────────╲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╱   UNIT     ╲     ko'p (40+ 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╱──────────────╲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Nimani testlash kerak: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✓ Har biznes qoida (BR-01…BR-06)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✓ Har xato holati (400, 401, 403, 404)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✓ Chegara qiymatlari (0, 1, max)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✗ Django/DRF ning o'z kodi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parametrize bilan bir testni ko'p holat uchun ishlatamiz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xil mantiq, turli kirish — takrorlamang.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holat alohida test sifatida ko'rinadi.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Chegara qiymatlarini bir joyda ro'yxat qilish qulay.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ids= bilan nomlarni o'qishli qilish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parametrize.py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394831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parametrize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nusxalar,band_soni,kutilgan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596063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ids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bosh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bitta_band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hammasi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yagona_nusxa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test_bosh_nusxalar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kitob_yasa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nusxalar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       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band_soni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kutilgan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kitob_yasa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nusxalar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band_soni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bosh_nusxalar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kutilgan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 uchun to'liq test to'plamini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apps/kutubxona/tests/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conftest.py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get_user_model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get_user_model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fixture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fixture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create_user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p123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fixture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A. Qodiriy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tkan kunlar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isbn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9789943010101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nusxalar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test_services.py — UNIT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exceptions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8952" y="767825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TestBandQil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test_muvaffaqiyatli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bosh_nusxalar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8952" y="848978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test_bosh_nusxa_yoq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5256" y="877857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16152" y="877857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raises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5256" y="891383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16152" y="891383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5256" y="904908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16152" y="904908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5256" y="918434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16152" y="918434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test_qaytarilganni_qayta_qaytarib_bolmaydi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5256" y="931959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16152" y="931959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5256" y="945484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16152" y="945484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5256" y="959010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16152" y="959010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" y="97253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6152" y="97253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raises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5256" y="98606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16152" y="98606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qaytar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5256" y="99958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16152" y="99958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5256" y="101311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16152" y="101311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5256" y="102663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16152" y="102663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test_api.py — INTEGRATION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5256" y="104016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16152" y="104016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58952" y="1051859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905256" y="105368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16152" y="105368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TestBandAPI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5256" y="106721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16152" y="106721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test_tokensiz_401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5256" y="108073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16152" y="108073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5256" y="109426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16152" y="109426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/api/bandlar/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401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5256" y="110778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16152" y="110778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" y="112131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16152" y="112131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test_faqat_oz_bandlari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5256" y="113484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16152" y="113484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05256" y="114836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16152" y="114836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boshqa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create_user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bek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5256" y="116189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16152" y="116189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boshqa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5256" y="117541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16152" y="117541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58952" y="118711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905256" y="118894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16152" y="118894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force_authenticate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5256" y="120246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16152" y="120246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/api/bandlar/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5256" y="121599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16152" y="121599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5256" y="122951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16152" y="122951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5256" y="124304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216152" y="124304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36-satr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Unit testlar — HTTP'siz, to'g'ridan-to'g'ri servisni chaqiradi. Juda tez.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42-satr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BR-01 qoidasi testi — biznes qoida raqami bilan bog'langan.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57-satr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API testi — auth ishlashini tekshiradi.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67-satr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IDOR testi — eng muhim xavfsizlik testi (90-dars). count == 0 bo'lishi SHART.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Boshqa foydalanuvchining bandi bo'lsa, javob.data["count"] nechchi bo'lishi kerak?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Bek 1 ta band qildi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Ali token bilan /api/bandlar/ so'radi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--cov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apps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--cov-report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term-missing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........................................  [100%]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Name                          Stmts  Miss  Cover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-------------------------------------------------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apps/kutubxona/models.py         38     2    95%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apps/kutubxona/services.py       31     0   100%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apps/kutubxona/serializers.py    24     1    96%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apps/kutubxona/views.py          29     3    90%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-------------------------------------------------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TOTAL                           122     6    95%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2" b="0" i="0">
                <a:solidFill>
                  <a:srgbClr val="FFFFFF"/>
                </a:solidFill>
                <a:latin typeface="DejaVu Sans Mono"/>
              </a:rPr>
              <a:t>40 passed in 4.71s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40 test 4.7 soniyada o'tdi. services.py 100% qamralgan — bu eng muhim qism, chunki butun biznes mantiq shu yerda. Umumiy 95% — juda yaxshi ko'rsatkich.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IDOR testi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45544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45544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91516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91516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test_faqat_oz_bandlari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37488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37488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boshqa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create_user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bek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83460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83460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29432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29432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__________________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21376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21376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/api/bandlar/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867348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867348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13320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13320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count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359292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359292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63" b="0" i="0">
                <a:solidFill>
                  <a:srgbClr val="6A6A76"/>
                </a:solidFill>
                <a:latin typeface="DejaVu Sans Mono"/>
              </a:rPr>
              <a:t># Ali boshqaning bandini KO'RMASLIGI kerak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Bazaga ruxsat markeri — django_…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Bandni BOSHQA foydalanuvchi qildi.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Test klientini login qiladi — force_…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Ali nechta band ko'rishi kerak?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6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55088"/>
            <a:ext cx="219456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55088"/>
            <a:ext cx="4876641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6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test_band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81760"/>
            <a:ext cx="219456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81760"/>
            <a:ext cx="4876641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services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08432"/>
            <a:ext cx="219456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08432"/>
            <a:ext cx="4876641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6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is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E5C87A"/>
                </a:solidFill>
                <a:latin typeface="DejaVu Sans Mono"/>
              </a:rPr>
              <a:t>None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Bo'sh nusxa yo'q holati uchun test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Maksimal band soni qoidasini testlang.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parametrize bilan chegara qiymatlarini sinang.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Har biznes qoida uchun unit test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API testlar yozing: 200, 201, 400, 401, 404.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Coverage'ni 80% dan yuqori qiling va CI'da ishga tushiring.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faqat happy path testlangan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xato holatlari ham testlangan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Xatolar aynan chegara holatlarida chiqadi.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test_hammasi():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# 15 ta assert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test_bir_narsa():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test_boshqasi():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Birinchi assert yiqilsa qolgani tekshirilmaydi.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IDOR testi yo'q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test_faqat_oz_bandlari(): 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Xavfsizlik testi bo'lmasa — kamchilik sezilmay qoladi.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Test piramidasi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parametrize nima uchun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IDOR testida nima tekshiriladi?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IDOR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Tranzaksiya nima uchun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Test piramidasi: ko'p unit, o'rtacha API, kam E2E.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Har biznes qoida va har xato holati uchun test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IDOR testi majburiy — boshqaning ma'lumoti ko'rinmasligi tekshirilsin.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91/96 — Testlar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Loyihaga testlar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90: Auth &amp; Review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88: API — asosiy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79: Docker asoslari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Hujjatlash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Loyihangizni boshqa dasturchi qanday ishlatadi? API'ni tushuntirish uchun har biriga alohida yozamizmi?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91: Testlar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