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SQLite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257300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Python + 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45436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4-oy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86684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16-hafta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Python + SQLite: birinchi marta koddan bazaga murojaat qilamiz. Hech narsa o'rnatish kerak emas.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+ DB · Dars 46/96 — SQLite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sqlite3 bilan bazaga ulanish o'rnata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cursor orqali so'rov bajara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fetchone va fetchall farqini bilasiz.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commit nima uchun kerakligini tushuntira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+ DB · Dars 46/96 — SQLite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«DB dizayni»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Primary key, Foreign key, indekslar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(Kichik loyiha uchun DB sxemasi loyihalash…)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+ DB · Dars 46/96 — SQLite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sqlite3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Python bilan birga keladigan DB moduli.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connect()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Bazaga ulanish. Fayl bo'lmasa yaratadi.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cursor()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So'rov bajaradigan «kursor» obyekti.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execute()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SQL so'rovni bajaradi.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fetchall()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Barcha natijani ro'yxat qilib qaytaradi.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commit()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O'zgarishlarni faylga yozadi. Bo'lmasa yo'qoladi!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+ DB · Dars 46/96 — SQLite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SQLite — bitta fayldan iborat baza, hech narsa o'rnatish shart emas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sqlite3 Python bilan birga keladi — pip install kerak emas.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Butun baza — bitta .db fayl.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Kichik loyihalar, prototiplar va testlar uchun ideal.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Django ham standart holda SQLite ishlatadi.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sqlite.py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sqlite3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5285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5285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379" y="3324759"/>
            <a:ext cx="5367363" cy="19019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1683" y="334304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34304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ulanish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sqlite3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connect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maktab.db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5379" y="3514954"/>
            <a:ext cx="5367363" cy="19019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211683" y="353324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3324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kursor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ulanish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cursor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72343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72343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91363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91363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kursor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"""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10382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10382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6EC27A"/>
                </a:solidFill>
                <a:latin typeface="DejaVu Sans Mono"/>
              </a:rPr>
              <a:t>    CREATE TABLE IF NOT EXISTS talabalar (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29402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29402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6EC27A"/>
                </a:solidFill>
                <a:latin typeface="DejaVu Sans Mono"/>
              </a:rPr>
              <a:t>        id   INTEGER PRIMARY KEY AUTOINCREMENT,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48421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48421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6EC27A"/>
                </a:solidFill>
                <a:latin typeface="DejaVu Sans Mono"/>
              </a:rPr>
              <a:t>        ism  TEXT NOT NULL,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67441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67441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6EC27A"/>
                </a:solidFill>
                <a:latin typeface="DejaVu Sans Mono"/>
              </a:rPr>
              <a:t>        yosh INTEGER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86460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86460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6EC27A"/>
                </a:solidFill>
                <a:latin typeface="DejaVu Sans Mono"/>
              </a:rPr>
              <a:t>    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05480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05480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6EC27A"/>
                </a:solidFill>
                <a:latin typeface="DejaVu Sans Mono"/>
              </a:rPr>
              <a:t>"""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24499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24499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65379" y="5416904"/>
            <a:ext cx="5367363" cy="19019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211683" y="543519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579" y="543519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ulanish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commit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1683" y="562538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2579" y="562538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ulanish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close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IF NOT EXISTS — jadval bor bo'lsa xato bermaydi. Dasturni qayta ishga tushirish uchun kerak.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+ DB · Dars 46/96 — SQLite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commit() qilinmasa o'zgarishlar faylga yozilmaydi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INSERT/UPDATE/DELETE dan keyin commit() SHART.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SELECT uchun commit kerak emas.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commit'siz dastur yopilsa — o'zgarish yo'qoladi.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with ulanish: — blok tugagach avtomatik commit qiladi.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commit.py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040045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040045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sqlite3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232770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232770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425495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425495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ulanish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sqlite3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connect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maktab.db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618220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618220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kursor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ulanish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cursor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810945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810945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003670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003670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kursor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65379" y="4178107"/>
            <a:ext cx="5367363" cy="1927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1683" y="4196395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196395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INSERT INTO talabalar (ism, yosh) VALUES (?, ?)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389120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389120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C9A961"/>
                </a:solidFill>
                <a:latin typeface="DejaVu Sans Mono"/>
              </a:rPr>
              <a:t>15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581845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581845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774570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774570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65379" y="4949007"/>
            <a:ext cx="5367363" cy="1927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11683" y="4967295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967295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ulanish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commit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         </a:t>
            </a:r>
            <a:r>
              <a:rPr sz="1068" b="0" i="0">
                <a:solidFill>
                  <a:srgbClr val="6A6A76"/>
                </a:solidFill>
                <a:latin typeface="DejaVu Sans Mono"/>
              </a:rPr>
              <a:t># ← BUSIZ YO'QOLADI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160020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160020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kursor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lastrowid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  </a:t>
            </a:r>
            <a:r>
              <a:rPr sz="1068" b="0" i="0">
                <a:solidFill>
                  <a:srgbClr val="6A6A76"/>
                </a:solidFill>
                <a:latin typeface="DejaVu Sans Mono"/>
              </a:rPr>
              <a:t># yangi 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352745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352745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545470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545470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ulanish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close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+ DB · Dars 46/96 — SQLite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So'rov natijasini fetchone yoki fetchall bilan olamiz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fetchone() — bitta qator (tuple) yoki None.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fetchall() — barcha qatorlar ro'yxati.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Kursor bo'ylab to'g'ridan-to'g'ri aylanish ham mumkin.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row_factory bilan natijani dict qilib olsa bo'ladi.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fetch.py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064573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064573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FFFFFF"/>
                </a:solidFill>
                <a:latin typeface="DejaVu Sans Mono"/>
              </a:rPr>
              <a:t>kursor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SELECT * FROM talabalar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253794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253794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379" y="3424727"/>
            <a:ext cx="5367363" cy="189221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1683" y="3443015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443015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FFFFFF"/>
                </a:solidFill>
                <a:latin typeface="DejaVu Sans Mono"/>
              </a:rPr>
              <a:t>birinchi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kursor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fetchone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632236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632236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birinchi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          </a:t>
            </a:r>
            <a:r>
              <a:rPr sz="1049" b="0" i="0">
                <a:solidFill>
                  <a:srgbClr val="6A6A76"/>
                </a:solidFill>
                <a:latin typeface="DejaVu Sans Mono"/>
              </a:rPr>
              <a:t># (1, 'Ali', 15)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3821457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821457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010678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010678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FFFFFF"/>
                </a:solidFill>
                <a:latin typeface="DejaVu Sans Mono"/>
              </a:rPr>
              <a:t>kursor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SELECT ism, yosh FROM talabalar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5379" y="4181611"/>
            <a:ext cx="5367363" cy="189221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11683" y="4199899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199899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FFFFFF"/>
                </a:solidFill>
                <a:latin typeface="DejaVu Sans Mono"/>
              </a:rPr>
              <a:t>hammasi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kursor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fetchall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389120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389120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578341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578341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hammasi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767562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767562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49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: 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956783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956783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146004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146004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6A6A76"/>
                </a:solidFill>
                <a:latin typeface="DejaVu Sans Mono"/>
              </a:rPr>
              <a:t># yoki to'g'ridan-to'g'ri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335225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335225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qator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kursor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SELECT * FROM talabalar</a:t>
            </a:r>
            <a:r>
              <a:rPr sz="104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524446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524446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49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49" b="0" i="0">
                <a:solidFill>
                  <a:srgbClr val="FFFFFF"/>
                </a:solidFill>
                <a:latin typeface="DejaVu Sans Mono"/>
              </a:rPr>
              <a:t>qator</a:t>
            </a:r>
            <a:r>
              <a:rPr sz="104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+ DB · Dars 46/96 — SQLite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Python orqali jadval yaratib, CRUD amallarini bajaramiz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maktab.py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sqlite3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FAYL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maktab.db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ulan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ulanish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sqlite3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connect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FAYL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" y="389114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ulanish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row_factory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sqlite3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Row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  </a:t>
            </a:r>
            <a:r>
              <a:rPr sz="750" b="0" i="0">
                <a:solidFill>
                  <a:srgbClr val="6A6A76"/>
                </a:solidFill>
                <a:latin typeface="DejaVu Sans Mono"/>
              </a:rPr>
              <a:t># dict kabi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ulanish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jadval_yarat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" y="456741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ulan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"""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C27A"/>
                </a:solidFill>
                <a:latin typeface="DejaVu Sans Mono"/>
              </a:rPr>
              <a:t>            CREATE TABLE IF NOT EXISTS talabalar (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C27A"/>
                </a:solidFill>
                <a:latin typeface="DejaVu Sans Mono"/>
              </a:rPr>
              <a:t>                id   INTEGER PRIMARY KEY AUTOINCREMENT,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C27A"/>
                </a:solidFill>
                <a:latin typeface="DejaVu Sans Mono"/>
              </a:rPr>
              <a:t>                ism  TEXT NOT NULL,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C27A"/>
                </a:solidFill>
                <a:latin typeface="DejaVu Sans Mono"/>
              </a:rPr>
              <a:t>                yosh INTEGER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C27A"/>
                </a:solidFill>
                <a:latin typeface="DejaVu Sans Mono"/>
              </a:rPr>
              <a:t>            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C27A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"""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qosh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ulan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8952" y="632571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INSERT INTO talabalar (ism, yosh) VALUES (?, ?)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hammasi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ulan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SELECT * FROM talabalar ORDER BY ism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5256" y="756129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16152" y="756129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fetchall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5256" y="769654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16152" y="769654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5256" y="783180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16152" y="783180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5256" y="796705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216152" y="796705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jadval_yarat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5256" y="810230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16152" y="810230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qosh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15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5256" y="823756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16152" y="823756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qosh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Guli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16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5256" y="837281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16152" y="837281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05256" y="850807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216152" y="850807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hammasi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58952" y="862503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905256" y="864332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216152" y="864332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id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.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 —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yosh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8-satr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row_factory = sqlite3.Row — natijani indeks emas, nom bilan olish imkonini beradi.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13-satr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with ulan() as u — blok tugagach avtomatik commit qiladi.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26-satr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(?, ?) — parametrli so'rov. SQL injection'dan himoya (keyingi darsda batafsil).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Rectangle 114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43-satr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q['ism'] — row_factory tufayli ishlaydi. Aks holda q[1] yozardik.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+ DB · Dars 46/96 — SQLite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commit() qilinmasa dastur qayta ishga tushganda ma'lumot bo'ladimi?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62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62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5" b="0" i="0">
                <a:solidFill>
                  <a:srgbClr val="FFFFFF"/>
                </a:solidFill>
                <a:latin typeface="DejaVu Sans Mono"/>
              </a:rPr>
              <a:t>kursor</a:t>
            </a:r>
            <a:r>
              <a:rPr sz="145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55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145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5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55" b="0" i="0">
                <a:solidFill>
                  <a:srgbClr val="6EC27A"/>
                </a:solidFill>
                <a:latin typeface="DejaVu Sans Mono"/>
              </a:rPr>
              <a:t>INSERT INTO t (a) VALUES (1)</a:t>
            </a:r>
            <a:r>
              <a:rPr sz="145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5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0847"/>
            <a:ext cx="219456" cy="262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0847"/>
            <a:ext cx="5525847" cy="262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5" b="0" i="0">
                <a:solidFill>
                  <a:srgbClr val="FFFFFF"/>
                </a:solidFill>
                <a:latin typeface="DejaVu Sans Mono"/>
              </a:rPr>
              <a:t>ulanish</a:t>
            </a:r>
            <a:r>
              <a:rPr sz="145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55" b="0" i="0">
                <a:solidFill>
                  <a:srgbClr val="FFFFFF"/>
                </a:solidFill>
                <a:latin typeface="DejaVu Sans Mono"/>
              </a:rPr>
              <a:t>close</a:t>
            </a:r>
            <a:r>
              <a:rPr sz="145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5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55" b="0" i="0">
                <a:solidFill>
                  <a:srgbClr val="FFFFFF"/>
                </a:solidFill>
                <a:latin typeface="DejaVu Sans Mono"/>
              </a:rPr>
              <a:t>   </a:t>
            </a:r>
            <a:r>
              <a:rPr sz="1455" b="0" i="0">
                <a:solidFill>
                  <a:srgbClr val="6A6A76"/>
                </a:solidFill>
                <a:latin typeface="DejaVu Sans Mono"/>
              </a:rPr>
              <a:t># commit yo'q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Ha, saqlanadi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Yo'q, yo'qoladi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Xato beradi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Yarim saqlanadi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+ DB · Dars 46/96 — SQLite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6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sqlite3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33292"/>
            <a:ext cx="219456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33292"/>
            <a:ext cx="4876641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6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sqlite3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connect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36" b="0" i="0">
                <a:solidFill>
                  <a:srgbClr val="6EC27A"/>
                </a:solidFill>
                <a:latin typeface="DejaVu Sans Mono"/>
              </a:rPr>
              <a:t>:memory:</a:t>
            </a:r>
            <a:r>
              <a:rPr sz="113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38168"/>
            <a:ext cx="219456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38168"/>
            <a:ext cx="4876641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6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cursor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43044"/>
            <a:ext cx="219456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43044"/>
            <a:ext cx="4876641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6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36" b="0" i="0">
                <a:solidFill>
                  <a:srgbClr val="6EC27A"/>
                </a:solidFill>
                <a:latin typeface="DejaVu Sans Mono"/>
              </a:rPr>
              <a:t>CREATE TABLE t (id INTEGER, ism TEXT)</a:t>
            </a:r>
            <a:r>
              <a:rPr sz="113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47920"/>
            <a:ext cx="219456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47920"/>
            <a:ext cx="4876641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6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36" b="0" i="0">
                <a:solidFill>
                  <a:srgbClr val="6EC27A"/>
                </a:solidFill>
                <a:latin typeface="DejaVu Sans Mono"/>
              </a:rPr>
              <a:t>INSERT INTO t VALUES (?, ?)</a:t>
            </a:r>
            <a:r>
              <a:rPr sz="113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6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36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13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352796"/>
            <a:ext cx="219456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352796"/>
            <a:ext cx="4876641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6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commit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557672"/>
            <a:ext cx="219456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557672"/>
            <a:ext cx="4876641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762548"/>
            <a:ext cx="219456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762548"/>
            <a:ext cx="4876641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6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36" b="0" i="0">
                <a:solidFill>
                  <a:srgbClr val="6EC27A"/>
                </a:solidFill>
                <a:latin typeface="DejaVu Sans Mono"/>
              </a:rPr>
              <a:t>SELECT * FROM t</a:t>
            </a:r>
            <a:r>
              <a:rPr sz="113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fetchone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967424"/>
            <a:ext cx="219456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967424"/>
            <a:ext cx="4876641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6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36" b="0" i="0">
                <a:solidFill>
                  <a:srgbClr val="6EC27A"/>
                </a:solidFill>
                <a:latin typeface="DejaVu Sans Mono"/>
              </a:rPr>
              <a:t>SELECT * FROM t</a:t>
            </a:r>
            <a:r>
              <a:rPr sz="113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fetchall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(1, 'Ali')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[(1, 'Ali')]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fetchone() bitta tuple qaytardi. fetchall() esa tuple'lar RO'YXATINI qaytardi — bitta natija bo'lsa ham. ":memory:" — faylsiz, xotiradagi baza (test uchun).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+ DB · Dars 46/96 — SQLite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bazaga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097715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097715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30022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330022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562329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562329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sqlite3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_______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baza.db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794636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794636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026943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026943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259250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259250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________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INSERT INTO t (ism) VALUES (?)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491557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491557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723864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723864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________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         </a:t>
            </a:r>
            <a:r>
              <a:rPr sz="1288" b="0" i="0">
                <a:solidFill>
                  <a:srgbClr val="6A6A76"/>
                </a:solidFill>
                <a:latin typeface="DejaVu Sans Mono"/>
              </a:rPr>
              <a:t># o'zgarishni saqlash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956171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956171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188478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188478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natija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SELECT * FROM t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________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420785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420785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natija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Modul nomi — oxirida raqam bor.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Ulanish o'rnatadigan funksiya — 7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So'rov bajaradigan metod — 7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Saqlash metodi — 6 harf. Busiz ma'lumot yo'qoladi.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+ DB · Dars 46/96 — SQLite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sqlite3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sqlite3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connect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t.db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cursor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SELECT * FROM talabalar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fetchall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INSERT qo'shing va commit() qiling.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WHERE bilan filtrlangan so'rov yozing.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row_factory qo'shib, natijani nom bilan oling.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+ DB · Dars 46/96 — SQLite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Python orqali jadval yarating va 3 ta yozuv qo'shing.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SELECT bilan hammasini o'qib, chiroyli chiqaring.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To'liq CRUD yozing: qo'shish, ko'rish, yangilash, o'chirish.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+ DB · Dars 46/96 — SQLite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k.execute("INSERT ...")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u.close()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k.execute("INSERT ...")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u.commit()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u.close()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commit()'siz o'zgarish faylga yozilmaydi.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k.execute("INSERT INTO t VALUES (?)", "Ali")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k.execute("INSERT INTO t VALUES (?)", ("Ali",))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Parametrlar tuple bo'lishi kerak. Bitta bo'lsa ham vergul: ("Ali",)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print(k.execute("SELECT * FROM t"))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print(k.execute("SELECT * FROM t").fetchall())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execute() kursor qaytaradi — natija uchun fetch kerak.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+ DB · Dars 46/96 — SQLite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commit() nima uchun kerak?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fetchone va fetchall farqi nima?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cursor nima?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Indeks nima qiladi?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45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GROUP BY va HAVING farqi nima?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44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+ DB · Dars 46/96 — SQLite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connect() → cursor() → execute() → commit() → close(). commit'siz saqlanmaydi.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fetchone() bitta tuple, fetchall() tuple'lar ro'yxatini qaytaradi.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row_factory = sqlite3.Row — natijani nom bilan olish imkonini beradi.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+ DB · Dars 46/96 — SQLite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Python orqali jadval yaratib, ma'lumot qo'shish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45: DB dizayni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43: JOIN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34: Virtual muhit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PostgreSQL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Foydalanuvchi ismiga ' OR 1=1 -- deb yozsa nima bo'ladi? Bu bazangizni buzishi mumkinmi?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46: SQLite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Python + DB</cp:category>
</cp:coreProperties>
</file>