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Auth &amp;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Auth, permissions va code review — loyihani xavfsiz va toza qilish.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Loyihaga to'liq autentifikatsiya qo'sha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Har endpointga to'g'ri ruxsat bera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Code review o'tkaza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Xavfsizlik tekshiruv ro'yxatini qo'llay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«Biznes logika»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Loyihaning asosiy funksiyalari, biznes logika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 asosiy funksiyalarini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Kodni boshqa dasturchi ko'rib chiqishi.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Security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Xavfsizlik tekshiruv ro'yxati.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Object-level 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Aniq obyekt uchun ruxsat.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Boshqaning ma'lumotiga id orqali kirish.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Throttling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 chastotasini cheklash.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Refactor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Xatti-harakatni o'zgartirmasdan kodni yaxshilash.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IDOR — eng ko'p uchraydigan xavfsizlik kamchiligi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 /api/bandlar/5/ — bu band sizniki emas bo'lsa-chi?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Faqat login tekshirish yetarli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get_queryset() bilan filtrlash — eng ishonchli.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Yoki has_object_permission bilan (69-dars).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idor.py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✗ IDOR — har kim boshqaning bandini ko'radi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280008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IsAuthenticated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✓ Himoyalangan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BandSerializer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IsAuthenticated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790379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kitob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is_staff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get_queryset bilan filtrlanganda boshqaning obyekti 404 qaytaradi — hatto mavjudligi ham bilinmaydi.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Throttling — bir foydalanuvchi serverni band qilib qo'ymasin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Login endpointiga brute-force hujum qilinishi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AnonRateThrottle / UserRateThrottle.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Muhim endpointlarga alohida cheklov.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DDoS'dan to'liq himoya emas, lekin birinchi qatlam.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throttling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DEFAULT_THROTTLE_CLASSES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rest_framework.throttling.AnonRateThrottle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rest_framework.throttling.UserRateThrottle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DEFAULT_THROTTLE_RATES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3895346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anon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30/min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user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120/min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band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10/min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65379" y="4982170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BandThrottle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UserRateThrottle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scope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band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throttle_classes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BandThrottle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Code review tekshiruv ro'yxati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Xavfsizlik: auth, ruxsat, IDOR, maxfiy kalit.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To'g'rilik: chegara holatlari, xato bilan ishlash.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Ishlash: N+1, indeks, keraksiz so'rov.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Tozalik: nom, takrorlanish, o'lik kod.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CODE REVIEW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XAVFSIZLIK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Har endpointda permission bormi?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get_queryset foydalanuvchi bo'yicha filtrlanganmi?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Kodda maxfiy kalit yo'qmi?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Parol write_only mi?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DEBUG=False (prod) mi?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TO'G'RILIK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Bo'sh/None/0 holatlari tekshirilganmi?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Xatolar aniq xabar beradimi?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Tranzaksiya kerak joyda bormi?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ISHLASH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select_related / prefetch_related bormi?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Pagination yoqilganmi?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Tez-tez qidiriladigan ustunda indeks bormi?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TOZALIK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Nomlar ma'noli mi?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Takrorlangan kod yo'qmi (DRY)?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□ Izohsiz tushunarli mi?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Loyihaga auth qo'shib, kodni tozalaymiz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apps/kutubxona/views.py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decorators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throttling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UserRateThrottle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BandSerializer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BandThrottle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UserRateThrottle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scope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"""Foydalanuvchi faqat O'Z bandlarini ko'radi."""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BandSerializer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IsAuthenticated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throttle_classes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BandThrottle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http_method_names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head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" y="591995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kitob__muallif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is_staff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8952" y="821927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http_method_names — PUT/DELETE ni butunlay o'chirdik. Band tarixi o'zgartirilmaydi.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get_queryset — IDOR'dan asosiy himoya. Boshqaning bandi umuman ko'rinmaydi.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kitob__muallif — ikki qavat FK bir so'rovda (56-dars).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40-satr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get_object() — get_queryset'dan oladi, demak ruxsat avtomatik tekshiriladi.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queryset = Band.objects.all() bo'lsa, foydalanuvchi boshqaning bandini ko'ra oladimi?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IsAuthenticated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himoyalangan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 — bu IDOR kamchiligi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admin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403 qaytadi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6A6A76"/>
                </a:solidFill>
                <a:latin typeface="DejaVu Sans Mono"/>
              </a:rPr>
              <a:t># Ali'ning tokeni bilan Bek'ning bandini so'raymiz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.../api/bandlar/7/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'Authorization: Bearer &lt;ali&gt;'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HTTP/1.1 404 Not Found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{"detail":"No Band matches the given query."}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404 qaytdi — 403 emas. Bu ATAYLAB: 403 bo'lsa «bunday band bor, lekin sizga mumkin emas» degan ma'lumot chiqib ketardi. get_queryset filtri boshqaning obyektini umuman ko'rsatmaydi.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IDOR'dan himoya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072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072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BandSerializer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9303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9303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2533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2533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5764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5764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8995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8995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2225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2225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is______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5456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5456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qs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87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87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Login talab qiluvchi permission — Is…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Ko'rinadigan obyektlarni belgilovchi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Admin ekanini bildiruvchi atribut — is_…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So'rov yuborgan foydalanuvchi — request.…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8259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8259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8102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8102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BandSerializer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get_queryset bilan foydalanuvchi bo'yicha filtrlang.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permission_classes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throttle_classes va http_method_names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Loyihaning barcha endpointlariga ruxsat qo'ying.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IDOR tekshiruvi: boshqa foydalanuvchi tokeni bilan sinang.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Code review checklist bo'yicha butun kodni ko'rib chiqing va tuzating.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queryset = Band.objects.all()  # foydalanuvchi filtri yo'q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get_queryset(self):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qs.filter(oquvchi=self.request.user)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IDOR: har kim boshqaning ma'lumotini id orqali ko'radi.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throttling yo'q, login endpoint ochiq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DEFAULT_THROTTLE_RATES = {"anon": "30/min"}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Brute-force hujumga ochiq qoladi.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http_method_names cheklanmagan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http_method_names = ["get", "post"]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Kerak bo'lmagan metodlarni o'chiring — hujum yuzasi kamayadi.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IDOR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403 emas, 404 qaytariladi?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Throttling nimadan himoya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Tranzaksiya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select_related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IDOR — eng ko'p uchraydigan kamchilik. get_queryset bilan filtrlash eng ishonchli.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Boshqaning obyekti uchun 404 qaytaring — 403 mavjudligini oshkor qiladi.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Code review checklist: xavfsizlik → to'g'rilik → ishlash → tozalik.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90/96 — Auth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Auth qo'shish + kodni tozalash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89: Biznes logika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87: Setup &amp; Modellar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78: Celery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Testlar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Kod toza va xavfsiz. Lekin qanday kafolat bor — ertaga o'zgartirsangiz buzilmasligiga?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90: Auth &amp; Review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