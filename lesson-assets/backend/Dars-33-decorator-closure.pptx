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Decorator &amp; Closure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1274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Ilg'or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088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213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Decorator — funksiyani o'zgartirmasdan unga yangi imkoniyat qo'shish. Django va Flask'da har qadamda uchraydi.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Closure tushunchasini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Decorator yozib, @ bilan qo'llay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Argumentli funksiyalarni o'raydigan decorator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functools.wraps nima uchun kerakligini bilasiz.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«Generatorlar»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Generator, yield, iterator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(O'z generatoringizni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Closure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Ichki funksiya tashqi o'zgaruvchini «eslab qoladi».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Decorator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Funksiyani qabul qilib, o'ralgan funksiya qaytaradigan funksiya.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@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Decorator qo'llash sintaksisi (syntactic sugar).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wrapper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O'rovchi ichki funksiya. An'anaviy nom.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*args, **kwargs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qanday argumentni o'tkazish uchun.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functools.wraps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Asl funksiya nomi va docstring'ini saqlaydi.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Python'da funksiya ham oddiy qiymat — uni o'zgaruvchiga solsa va qaytarsa bo'ladi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 = print — qavssiz. Endi f() ham print kabi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Funksiyani boshqa funksiyaga argument qilib berish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Funksiya ichida funksiya e'lon qilish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Ichki funksiya tashqi o'zgaruvchini eslab qoladi — closure.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closure.py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9958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9958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tashqi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06485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06485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1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ichki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424724"/>
            <a:ext cx="5367363" cy="2365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443012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443012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11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311" b="0" i="0">
                <a:solidFill>
                  <a:srgbClr val="6A6A76"/>
                </a:solidFill>
                <a:latin typeface="DejaVu Sans Mono"/>
              </a:rPr>
              <a:t># x ni eslab qoldi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679539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79539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1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ichki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916066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916066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152593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152593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370832"/>
            <a:ext cx="5367363" cy="2365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389120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389120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qosh5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tashqi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625647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625647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qosh5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11" b="0" i="0">
                <a:solidFill>
                  <a:srgbClr val="6A6A76"/>
                </a:solidFill>
                <a:latin typeface="DejaVu Sans Mono"/>
              </a:rPr>
              <a:t>#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862174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862174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qosh5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311" b="0" i="0">
                <a:solidFill>
                  <a:srgbClr val="6A6A76"/>
                </a:solidFill>
                <a:latin typeface="DejaVu Sans Mono"/>
              </a:rPr>
              <a:t>#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098701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098701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35228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35228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qosh100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tashqi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71755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71755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qosh100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1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311" b="0" i="0">
                <a:solidFill>
                  <a:srgbClr val="6A6A76"/>
                </a:solidFill>
                <a:latin typeface="DejaVu Sans Mono"/>
              </a:rPr>
              <a:t># 101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tashqi() tugagan bo'lsa ham, ichki funksiya x = 5 ni hali ham biladi. Bu — closure.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Decorator — funksiyani o'rab, unga qo'shimcha xatti-harakat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Decorator funksiyani QABUL qiladi va yangisini QAYTARADI.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@dekorator — bu f = dekorator(f) ning qisqa yozuvi.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Asl funksiya kodiga tegilmaydi.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Log, vaqt o'lchash, ruxsat tekshirish — klassik qo'llanmalar.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decorator.py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logla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wrapper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→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__name__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 boshlandi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←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__name__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 tugadi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natija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wrapper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65612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C9A961"/>
                </a:solidFill>
                <a:latin typeface="DejaVu Sans Mono"/>
              </a:rPr>
              <a:t>@logla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Salom!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@logla — bu salom = logla(salom) bilan bir xil.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*args va **kwargs har qanday funksiyani o'rash imkonini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wrapper(*args, **kwargs) — istalgan argumentni qabul 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func(*args, **kwargs) — ularni asl funksiyaga uzatadi.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@wraps(func) — asl nom va docstring'ni saqlaydi.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ikkisi — professional decorator'ning standart shakli.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vaqt.py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851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851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functools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wraps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436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436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7022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7022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607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607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vaqt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623640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64192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64192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@wraps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3759493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377778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77778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wrapper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args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391363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391363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boshi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031199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404948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04948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args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18534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18534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__name__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32119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32119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boshi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.4f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s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45704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45704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natija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59289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59289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wrapper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72875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72875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486460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486460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00045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00045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C9A961"/>
                </a:solidFill>
                <a:latin typeface="DejaVu Sans Mono"/>
              </a:rPr>
              <a:t>@vaqt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13631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13631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1683" y="527216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27216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1683" y="540801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2579" y="540801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1683" y="554387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2579" y="554387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1683" y="567972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2579" y="567972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1000000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Funksiya ishlash vaqtini o'lchovchi decorator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olchov.py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functools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wraps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olchov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"""Funksiya ishlash vaqtini o'lchaydi."""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@wraps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wrapper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args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perf_counter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args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finally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oraliq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perf_counter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__name__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]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oraliq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.4f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wrapper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@olchov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royxat_bilan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@olchov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generator_bilan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royxat_bilan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generator_bilan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@wraps(func) — bo'lmasa yigindi.__name__ «wrapper» bo'lib qoladi.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try/finally — funksiya xato bersa ham vaqt o'lchanadi.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return func(...) — asl natija o'zgarmasdan qaytadi.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 decorator ikki funksiyaga qo'llandi — kodni takrorlash yo'q.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9811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98114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w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3357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33572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oldin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903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69030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0448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04488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keyin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3994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39946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1086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10862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C9A961"/>
                </a:solidFill>
                <a:latin typeface="DejaVu Sans Mono"/>
              </a:rPr>
              <a:t>@d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4632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46320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8177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81778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1723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17236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55269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552694"/>
            <a:ext cx="5525847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salom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oldin salom keyin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oldin keyin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salom oldin keyin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w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oldin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keyin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C9A961"/>
                </a:solidFill>
                <a:latin typeface="DejaVu Sans Mono"/>
              </a:rPr>
              <a:t>@d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4876641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__name__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oldin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keyin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@d salom ni w bilan almashtirdi. Shuning uchun salom() aslida w() ni chaqirdi. __name__ «w» bo'lib qoldi — buni @wraps tuzatadi.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decorator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logla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func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wrapper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args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boshlandi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args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tugadi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natija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wrapper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o'ralayotgan asl funksiya (parametr nomi).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 va 3-bo'sh joy: qiymat qaytaradigan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Oxirgi bo'sh joy: @ belgisi va decorator nomi.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Chaqirishdan oldin va keyin xabar chiqaring.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functools.wraps qo'shing va __name__ ni tekshiring.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Argumentlarni ham chiqaring: print(a, 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Funksiya chaqirilganini log qiluvchi decorator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Funksiya ishlash vaqtini o'lchovchi decorator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Funksiya nechta marta chaqirilganini sanovchi decorator yozing (closure bilan).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d(f):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w():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f()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# return yo'q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d(f):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w():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f()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Decorator o'ralgan funksiyani QAYTARISHI shart. Aks holda None qaytadi.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w():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f()  # argumentli funksiya uchun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w(*args, **kwargs):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f(*args, **kwargs)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Argumentsiz wrapper faqat argumentsiz funksiyalarni o'raydi.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@d()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f(): 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@d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f(): 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Oddiy decorator qavssiz qo'llanadi. Qavs — parametrli decorator uchun.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Closure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@dekorator nimaning qisqa yozuvi?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functools.wraps nimaga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yield va return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Comprehension'da filtr qayerda turadi?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Closure — ichki funksiya tashqi o'zgaruvchini eslab qoladi.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@dekorator = f = dekorator(f). Asl funksiya kodiga tegilmaydi.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wrapper(*args, **kwargs) + @wraps(func) — professional decorator'ning standart shakli.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Python · Dars 33/96 — Decorator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Funksiya ishlash vaqtini o'lchovchi decorator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32: Generatorlar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30: Polymorphism &amp; Magic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21: pip va paketlar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Virtual muhit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Ikki loyihada bir kutubxonaning turli versiyalari kerak bo'lsa-chi? Ular bir-biriga xalaqit bermaydimi?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33: Decorator &amp; Closure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Ilg'or Python</cp:category>
</cp:coreProperties>
</file>