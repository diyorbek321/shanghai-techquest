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REST &amp;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Web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17-hafta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REST — API loyihalashning umumiy tili. Postman bilan birinchi so'rovimizni yuboramiz.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API nima ekanini o'z so'zingiz bilan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REST tamoyillarini sanab bera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JSON formatini o'qiy va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Postman bilan so'rov yuborib, javobni tahlil qila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«HTTP protokoli»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HTTP/HTTPS, request/response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(10 ta status kod ma'nosini yozib chiqish…)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Application Programming Interface — dasturlar muloqot qiladigan interfeys.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Resurs asosidagi API loyihalash uslubi.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Resurs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API boshqaradigan narsa: talaba, post, buyurtma.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Aniq manzil: /api/talabalar/5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Stateless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Server so'rovlar orasida hech nima eslamaydi.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Postman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API'ni sinash uchun grafik vosita.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API — bu dasturlar bir-biri bilan gaplashadigan eshik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Web sahifa — odam uchun (HTML). API — dastur uchun (JSON).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Mobil ilova ham, sayt ham bitta API'dan foydalanadi.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Backend dasturchining asosiy mahsuloti — aynan API.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marta yozasiz — hamma platforma ishlatadi.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API roli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       ┌── Web sayt (React)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5968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5968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9095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9095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API ───┼── Mobil ilova (Flutter)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02222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02222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      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25350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25350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       └── Telegram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48477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48477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71604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71604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Hammasi bitta backend'ga murojaat qiladi: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947313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947313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 GET https://api.shanghaischool.uz/talabalar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REST — resurs nomlari otda, harakat esa HTTP metodida bo'lishi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URL'da fe'l bo'lmasin: /api/talabalar (✓), /api/talabaOlish (✗)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Ko'plik shakl ishlating: /talabalar, /postlar.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Ierarxiya: /talabalar/5/baholar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Stateless — har so'rov o'zini o'zi tushuntirishi kerak.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# ✗ RESTful 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GET  /api/getTalabalar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POST /api/createTalaba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POST /api/deleteTalaba?id=5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# ✓ RESTful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16705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GET    /api/talabalar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37083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GET    /api/talabalar/5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57461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POST   /api/talabalar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PATCH  /api/talabalar/5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DELETE /api/talabalar/5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# Bog'langan resurslar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GET /api/talabalar/5/baholar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JSON — API'larning umumiy tili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Kalitlar har doim qo'shtirnoqda.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Turlar: matn, son, true/false, null, massiv, obyekt.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Python dict'ga deyarli bir xil (23-dars).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Content-Type: application/json header'i bilan yuboriladi.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javob.json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0040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0040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"id": 5,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3814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3814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"ism": "Ali",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758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7588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"yosh": 15,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1363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1363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"faol": true,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5137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5137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"telefon": null,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"guruh":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2686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"id": 1,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6460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6460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"nom": "Backend-1"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023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0235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},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34009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34009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"baholar": [85, 92, 78]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7784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7784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Ochiq API'ga Postman va Python orqali so'rov yuboramiz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api_sinov.py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BASE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https://api.github.com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GET — bitta resurs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62063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/users/torvalds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" y="402640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login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public_repos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GET — ro'yxat + query parametrlar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/users/torvalds/repos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params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per_page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sort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updated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repo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repo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name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—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repo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stargazers_count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★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Header bilan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" y="619046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headers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Accept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application/vnd.github+json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headers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content-type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RESTful endpoint: /users/{login} — resurs va uning identifikatori.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.json() JSON javobni Python dict'iga aylantiradi (21-dars).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params — URL'ga ?per_page=5&amp;sort=updated qo'shadi.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25-satr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headers — server bilan «qanday format kerakligini» kelishish.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Qaysi URL RESTful?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A: POST /api/deleteTalaba?id=5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B: DELETE /api/talabalar/5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C: GET /api/talabaniOchir/5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D: POST /api/talaba/ochirish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15321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15321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FFFFFF"/>
                </a:solidFill>
                <a:latin typeface="DejaVu Sans Mono"/>
              </a:rPr>
              <a:t>j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https://api.github.com/users/torvalds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02226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02226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j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89131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89131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j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headers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content-type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076036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76036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j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62941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62941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login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public_repos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200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application/json; charset=utf-8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torvalds 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200 — muvaffaqiyat. content-type serverning «JSON yubordim» degani. .json() uni Python dict'iga aylantirdi — endi kalit bilan ishlaymiz.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33292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33292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38168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38168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URL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https://api.github.com/users/yoq-bunday-user</a:t>
            </a:r>
            <a:r>
              <a:rPr sz="1136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43044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43044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j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URL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47920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47920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52796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52796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j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57672"/>
            <a:ext cx="219456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57672"/>
            <a:ext cx="4876641" cy="204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j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36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3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Qaysi status kod qaytadi va nima uchun?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Javob body'sida nima bo'ladi?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Bu 4xx mi yoki 5xx? Kim aybdor?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Kodda buni qanday tekshirish 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RESTful endpointlar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___    /api/talabalar        # hammasini olish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79308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79308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___    /api/talabalar/5      # bittasini olish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0200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0200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____   /api/talabalar        # yangi qo'shish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81092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81092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_____  /api/talabalar/5      # qisman o'zgartirish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31984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31984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______ /api/talabalar/5      # o'chirish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82876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82876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833768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833768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# Bog'langan resurs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84660"/>
            <a:ext cx="219456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84660"/>
            <a:ext cx="5742249" cy="250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91" b="0" i="0">
                <a:solidFill>
                  <a:srgbClr val="FFFFFF"/>
                </a:solidFill>
                <a:latin typeface="DejaVu Sans Mono"/>
              </a:rPr>
              <a:t>GET /api/talabalar/5/________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O'qish uchun bitta metod ikki joyda ishlatiladi.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Qisman o'zgartirish — PUT emas, boshqa metod.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Bog'langan resurs ham ko'plik shaklda otda bo'ladi.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2072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2072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FFFFFF"/>
                </a:solidFill>
                <a:latin typeface="DejaVu Sans Mono"/>
              </a:rPr>
              <a:t>j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6" b="0" i="0">
                <a:solidFill>
                  <a:srgbClr val="6EC27A"/>
                </a:solidFill>
                <a:latin typeface="DejaVu Sans Mono"/>
              </a:rPr>
              <a:t>https://api.github.com</a:t>
            </a:r>
            <a:r>
              <a:rPr sz="140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5728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5728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j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Aniq foydalanuvchi ma'lumotini oling.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params bilan natijani cheklang.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status_code ni tekshirib, xato bo'lsa xabar bering.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Postman o'rnatib, ochiq API'ga GET so'rov yuboring.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Javob JSON'idan 3 ta maydonni ajratib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O'z loyihangiz uchun RESTful endpointlar ro'yxatini yozing (kamida 5 ta).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GET /api/getTalabalar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GET /api/talabalar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URL'da fe'l bo'lmasin — harakat metodda ifodalanadi.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 /api/talaba/5/delete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DELETE /api/talabalar/5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O'chirish uchun DELETE metodi bor.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/api/talaba/5  (birlik)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/api/talabalar/5  (ko'plik)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REST'da resurs nomlari ko'plikda yoziladi.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REST'da URL'da fe'l bo'ladimi?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JSON'da kalitlar qanday yoziladi?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404 va 500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DNS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API — dasturlar muloqot qiladigan eshik. Backend'ning asosiy mahsuloti.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REST: resurs oti URL'da, harakat HTTP metodida. Ko'plik shakl.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JSON — API'larning umumiy tili. Kalitlar qo'shtirnoqda.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51/96 — REST &amp;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Ochiq API'ga Postman orqali so'rov yuborish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50: HTTP protokoli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48: DB loyiha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39: GitHub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Django kirish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Bularning hammasini qo'lda yozamizmi? Yoki tayyor framework bormi? Keyingi darsda Django bilan tanishamiz.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51: REST &amp; API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Web asoslari</cp:category>
</cp:coreProperties>
</file>