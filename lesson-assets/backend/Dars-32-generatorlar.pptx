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Generatorlar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41274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Ilg'or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088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213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11-hafta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Generator — xotirani tejaydigan «dangasa» ro'yxat. Elementni faqat kerak bo'lganda yasaydi.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Generator va oddiy ro'yxat farqini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yield bilan generator funksiya yoza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Generator ifodasini ( ) bilan yoza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Qachon generator ishlatish foydali ekanini bilasiz.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«Comprehensions»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List va dict comprehension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(Sikllarni comprehension'ga aylantirish (5 misol)…)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Elementni birma-bir, kerak bo'lganda yasaydigan obyekt.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yield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Qiymat qaytaradi, LEKIN funksiyani to'xtatmaydi.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Iterator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next() bilan keyingi elementni beradigan obyekt.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Lazy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Dangasa hisoblash — faqat kerak bo'lganda.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Generator ifodasi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(x for x in a) — qavs [ ] emas, ( 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next()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Generatordan keyingi qiymatni oladi.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Generator barcha elementni xotirada saqlamaydi — birma-bir yasaydi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List: 1 mln element = ~40 MB xotira.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Generator: 1 mln element = ~200 bayt.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Chunki generator faqat «keyingisi qanday hisoblanadi» ni saqlaydi.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Kamchiligi: bir marta o'qiladi, indeks bilan murojaat yo'q.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xotira.py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2627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2627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sys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7406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7406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503567"/>
            <a:ext cx="5367363" cy="2477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52185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52185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royxat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1000000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5379" y="3751357"/>
            <a:ext cx="5367363" cy="24779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1683" y="376964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6964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gen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1000000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1743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1743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6522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6522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sys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getsizeof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royxat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374" b="0" i="0">
                <a:solidFill>
                  <a:srgbClr val="6A6A76"/>
                </a:solidFill>
                <a:latin typeface="DejaVu Sans Mono"/>
              </a:rPr>
              <a:t># ~8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51301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51301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sys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getsizeof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gen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374" b="0" i="0">
                <a:solidFill>
                  <a:srgbClr val="6A6A76"/>
                </a:solidFill>
                <a:latin typeface="DejaVu Sans Mono"/>
              </a:rPr>
              <a:t># ~200 bayt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76080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6080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0859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0859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gen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25638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5638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37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50417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50417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74" b="0" i="0">
                <a:solidFill>
                  <a:srgbClr val="E5C87A"/>
                </a:solidFill>
                <a:latin typeface="DejaVu Sans Mono"/>
              </a:rPr>
              <a:t>break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Farq faqat qavsda: [ ] → list, ( ) → generator.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yield funksiyani to'xtatmaydi — u qiymat berib, shu joyda kutib turadi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return funksiyani TUGATADI. yield esa PAUZA qiladi.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Keyingi next() da shu joydan davom etadi.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yield bo'lgan funksiya avtomatik generator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Chaqirilganda kod DARHOL ishlamaydi — generator qaytadi.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yield.py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sanoq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8211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Boshlandi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0157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2102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3822194"/>
            <a:ext cx="536736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84048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16" b="0" i="0">
                <a:solidFill>
                  <a:srgbClr val="E5C87A"/>
                </a:solidFill>
                <a:latin typeface="DejaVu Sans Mono"/>
              </a:rPr>
              <a:t>yield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05993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27939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Tugadi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49884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71830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4919469"/>
            <a:ext cx="536736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93775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sanoq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216" b="0" i="0">
                <a:solidFill>
                  <a:srgbClr val="6A6A76"/>
                </a:solidFill>
                <a:latin typeface="DejaVu Sans Mono"/>
              </a:rPr>
              <a:t># hech nima chiqmadi!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15721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next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16" b="0" i="0">
                <a:solidFill>
                  <a:srgbClr val="6A6A76"/>
                </a:solidFill>
                <a:latin typeface="DejaVu Sans Mono"/>
              </a:rPr>
              <a:t># Boshlandi /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37666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next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16" b="0" i="0">
                <a:solidFill>
                  <a:srgbClr val="6A6A76"/>
                </a:solidFill>
                <a:latin typeface="DejaVu Sans Mono"/>
              </a:rPr>
              <a:t>#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59612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next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16" b="0" i="0">
                <a:solidFill>
                  <a:srgbClr val="6A6A76"/>
                </a:solidFill>
                <a:latin typeface="DejaVu Sans Mono"/>
              </a:rPr>
              <a:t>#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10-satrda «Boshlandi» chiqmadi — kod hali ishlamagan. Faqat next() chaqirilganda boshlanadi.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Katta fayl o'qishda generator yagona to'g'ri tanlov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 GB faylni read() bilan o'qish — 1 GB xotira.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for satr in f: — bu allaqachon generator, xotira tejaydi.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sum(), max(), any() generator bilan to'g'ridan-to'g'ri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Django ORM ham natijalarni dangasa qaytaradi — shu g'oya.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fayl_gen.py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81975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81975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satrlarni_oqi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03404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03404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24833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24833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satr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927974"/>
            <a:ext cx="5367363" cy="22142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946262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46262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yield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satr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strip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167691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167691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389120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389120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592261"/>
            <a:ext cx="5367363" cy="22142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610549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10549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uzunlar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satrlarni_oqi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data.txt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31978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31978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      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53407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53407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274836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74836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_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uzunlar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O'z generatoringizni yozib, xotira tejamkorligini ko'ramiz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generator.py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3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fibonachchi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851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8516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"""Birinchi n ta Fibonachchi sonini beradi."""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436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4369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7022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70222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_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" y="3487787"/>
            <a:ext cx="634575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05256" y="350607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6075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yield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3623640"/>
            <a:ext cx="634575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05256" y="364192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641928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77778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777781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391363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3913634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04948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049487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juftlar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chegara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18534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185340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"""Chegaragacha juft sonlar."""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32119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21193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chegara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45704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7046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%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9289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92899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yield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875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8752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6460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64605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500045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5000458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fibonachchi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3631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36311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end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7216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72164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40801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408017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" y="5525582"/>
            <a:ext cx="634575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5256" y="554387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43870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juftlar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" y="5661435"/>
            <a:ext cx="634575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05256" y="567972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679723"/>
            <a:ext cx="574224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juftlar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5-satr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yield a — a qiymatini beradi va shu joyda to'xtaydi.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Keyingi so'ralganda shu satrdan davom etadi.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20-satr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sum() generatorni to'liq aylanib chiqadi — ro'yxat yaratilmaydi.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list() bilan generatordan ro'yxat yasash mumkin — lekin xotira afzalligi yo'qoladi.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g = f() satridan keyin ekranda nima ko'rinadi?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yield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yield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51470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 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nima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285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22859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93368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3877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yield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438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489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yield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591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1642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yaratildi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8693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next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574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57440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next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yaratildi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B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 = f() da kod UMUMAN ishlamadi — shuning uchun «yaratildi» birinchi chiqdi. Har next() birinchi yield gacha ishlaydi, keyin to'xtaydi.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generator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12304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12304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kvadratlar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24924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24924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78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37544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37544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50164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50164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62784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62784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kvadratlar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178" b="0" i="0">
                <a:solidFill>
                  <a:srgbClr val="6A6A76"/>
                </a:solidFill>
                <a:latin typeface="DejaVu Sans Mono"/>
              </a:rPr>
              <a:t>#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88024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88024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178" b="0" i="0">
                <a:solidFill>
                  <a:srgbClr val="6A6A76"/>
                </a:solidFill>
                <a:latin typeface="DejaVu Sans Mono"/>
              </a:rPr>
              <a:t>#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800644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800644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13264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013264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gen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78" b="0" i="0">
                <a:solidFill>
                  <a:srgbClr val="6A6A76"/>
                </a:solidFill>
                <a:latin typeface="DejaVu Sans Mono"/>
              </a:rPr>
              <a:t># qavs turiga e'tibor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225884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225884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gen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                   </a:t>
            </a:r>
            <a:r>
              <a:rPr sz="1178" b="0" i="0">
                <a:solidFill>
                  <a:srgbClr val="6A6A76"/>
                </a:solidFill>
                <a:latin typeface="DejaVu Sans Mono"/>
              </a:rPr>
              <a:t># ro'yxatga aylantiring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qiymat berib, funksiyani pauza qiladigan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 va 3-bo'sh joy: generatordan keyingi qiymatni oladi.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Oxirgi bo'sh joy: generatordan ro'yxat yasaydi.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yield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Faqat juft sonlarni bersin.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Har sonning kvadratini bersin.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Generator ifodasi ( ) bilan xuddi shunday natijani yozing.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1 dan n gacha sonlar generatorini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Fibonachchi generatorini yozing va birinchi 15 tasini chiqaring.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Katta fayldagi ma'lum so'z uchraydigan satrlarni beradigan generator yozing.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 = f()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 = f()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print(list(g))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print(g) → &lt;generator object …&gt;. Qiymatlar uchun list() yoki sikl kerak.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 = f()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print(list(g))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print(list(g))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print(list(f()))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print(list(f()))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Generator BIR MARTA o'qiladi. Ikkinchi list() bo'sh qaytaradi.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yield 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yield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return funksiyani tugatadi. Ketma-ket qiymat uchun yield.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Generator va list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yield va return farqi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Generatorni ikki marta aylanib chiqsa bo'ladimi?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List comprehension tuzilishi qanday?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__len__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Generator elementlarni birma-bir yasaydi — xotira tejaydi.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yield qiymat berib, funksiyani PAUZA qiladi. return esa tugatadi.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( ) — generator ifodasi, [ ] — list. Generator bir marta o'qiladi.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32/96 — Generatorlar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O'z generatoringizni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31: Comprehensions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29: Encapsulation &amp; Abstraction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20: Modullar 2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Decorator &amp; Closure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Har bir funksiya ishlash vaqtini o'lchamoqchisiz. Har biriga kod qo'shmasdan buni qilsa bo'ladimi?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32: Generatorlar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Ilg'or Python</cp:category>
</cp:coreProperties>
</file>