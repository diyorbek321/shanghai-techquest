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Intervyuga tayyorgarlik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Karyera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4540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8-oy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5788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32-hafta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Texnik intervyuga tayyorgarlik — eng ko'p so'raladigan savollar va ularga javob berish usuli.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Asosiy Python savollariga javob bera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Django/DRF savollariga javob bera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SQL savollarini yechabilasiz.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«Bilmayman» ni professional aytishni bilasiz.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«Portfolio &amp; CV»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GitHub portfolio bezash, README'lar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(CV va GitHub profilini tayyorlash…)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Texnik intervyu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Bilim va fikrlashni tekshirish suhbati.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Live 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Suhbat paytida kod yozish.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System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Tizim arxitekturasini loyihalash savoli.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Behavioral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Xatti-harakat savollari (jamoada ishlash).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Big-O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Algoritm murakkabligi belgisi.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Follow-up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Suhbatdan keyingi minnatdorchilik xati.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Python bo'yicha eng ko'p so'raladigan savollar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Mutable va immutable turlar farqi.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list va tuple, dict va set qachon ishlatiladi.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Decorator, generator, comprehension — nima uchun kerak.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*args / **kwargs, scope, closure.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Python savollari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S: list va tuple farqi?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3047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3047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J: List o'zgaruvchan (mutable), tuple o'zgarmas.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9829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9829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Tuple tezroq va dict kaliti bo'la oladi.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6611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6611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O'zgarmasligi kerak bo'lgan ma'lumot uchun tuple.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63393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63393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80175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80175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S: Generator nima uchun kerak?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6957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6957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J: Elementlarni birma-bir yasaydi — barchasini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137391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137391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xotirada saqlamaydi. 1 mln element: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305210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05210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list ~8 MB, generator ~200 bayt.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473029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473029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Katta fayl o'qishda yagona to'g'ri variant.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640848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640848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808667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808667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S: Decorator nima?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976486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976486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J: Funksiyani qabul qilib, o'ralgan funksiya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144305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144305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qaytaradigan funksiya. Asl kodga tegmasdan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312124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312124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log, vaqt o'lchash, ruxsat tekshirish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79943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79943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qo'shish imkonini beradi. Django'da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47762"/>
            <a:ext cx="219456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47762"/>
            <a:ext cx="4763859" cy="167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 i="0">
                <a:solidFill>
                  <a:srgbClr val="FFFFFF"/>
                </a:solidFill>
                <a:latin typeface="DejaVu Sans Mono"/>
              </a:rPr>
              <a:t>   @login_required — aynan shu.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Django va DRF bo'yicha savollar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MVT arxitekturasi, ORM, migratsiyalar.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select_related va prefetch_related farqi (juda ko'p so'raladi!).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Serializer, ViewSet, permission.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N+1 muammosi va yechimi.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Django savollari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S: select_related va prefetch_related farqi?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1281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1281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J: select_related — ForeignKey/OneToOne uchun,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6296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6296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SQL JOIN qiladi, bitta so'rov.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1311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1311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prefetch_related — M2M va teskari FK uchun,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6327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6327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ikkinchi so'rov qilib Python'da birlashtiradi.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71342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71342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Ikkalasi ham N+1 muammosini yechadi.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86358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86358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01373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01373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S: N+1 muammosi nima?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16388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16388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J: 100 ta post olib, har biri uchun muallifni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31404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31404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alohida so'rasak — 101 so'rov ketadi.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46419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46419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select_related bilan 1 taga tushadi.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61435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61435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Men buni loyihamda 61 so'rovdan 2 taga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76450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76450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tushirganman.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91465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91465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06481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06481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S: filter va get farqi?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21496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21496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J: filter QuerySet qaytaradi (0, 1 yoki ko'p).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36512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36512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get aynan bittani kutadi — topmasa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51527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51527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DoesNotExist, ko'p bo'lsa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66542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66542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MultipleObjectsReturned.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Bilmagan savolga qanday javob berish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❌ Uydirmang — darhol sezilib qoladi.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✅ «Buni ishlatmaganman, lekin tushunishimcha…»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✅ «Qanday topishimni bilaman: …»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Fikrlash jarayoni javobning o'zidan muhimroq.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bilmaslik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S: Celery'da chained task qanday ishlaydi?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1281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1281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6296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6296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❌ YOMON: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1311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1311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«Bilmayman.» (nuqta)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6327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6327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71342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71342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❌ YOMON: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86358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86358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(uydirma javob)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01373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01373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16388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16388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✅ YAXSHI: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31404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31404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«Chain'ni ishlatmaganman. Celery'da oddiy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46419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46419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task va retry bilan tajribam bor — loyihamda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61435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61435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email yuborishni fon rejimiga chiqargandim.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76450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76450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Chain, tushunishimcha, bir vazifa natijasini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91465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91465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keyingisiga uzatadi. Hujjatda chain() va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06481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06481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group() bor edi — kerak bo'lsa bir kunda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21496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21496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o'rganaman.»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36512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36512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51527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51527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→ Halollik + mavjud tajriba + o'rganish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66542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66542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qobiliyati ko'rsatildi.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20 ta eng ko'p so'raladigan savol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intervyu_savollari.md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1. Mutable va immutable turlar? Misol.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2. list vs tuple vs set vs dict — qachon qaysi?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3. Generator nima? Xotira afzalligi.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4. Decorator nima? O'zingiz yozganmisiz?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5. *args va **kwargs.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6. Local, global scope. Closure.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7. try/except/finally. Bo'sh except nega yomon?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8. List comprehension va oddiy sikl — qaysi biri?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9. Inheritance, encapsulation, polymorphism 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misol bilan.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" y="470267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10. @property nima uchun kerak?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11. __str__ va __repr__ farqi.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DJANGO / DRF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12. MVT arxitekturasi.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13. makemigrations va migrate farqi.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14. select_related vs prefetch_related. N+1.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2" y="564944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15. filter vs get.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16. Serializer nima qiladi? ModelSerializer.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17. Permission va authentication farqi.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" y="605521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18. JWT qanday ishlaydi? Access va refresh.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" y="619046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SQL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19. INNER JOIN vs LEFT JOIN.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20. Indeks nima? Kamchiligi bormi?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21. N-chi eng katta maoshni topuvchi so'rov.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UMUMIY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22. Git: merge conflict'ni qanday hal qilasiz?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23. HTTP status kodlar: 401 vs 403, 400 vs 422.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24. Loyihangizdagi eng qiyin muammo nima edi?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25. Kod xavfsizligi: SQL injection, IDOR.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14-satr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select_related/prefetch_related — deyarli HAR intervyuda so'raladi.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24-satr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«Eng qiyin muammo» — STAR bilan javob bering: vaziyat, vazifa, harakat, natija.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21-satr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SQL savoli — qog'ozda yozishga tayyor bo'ling: ORDER BY DESC LIMIT 1 OFFSET n-1.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25-satr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Xavfsizlik savollari — loyihangizdagi IDOR himoyasini misol qiling.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Bilmagan savolga eng yaxshi javob qaysi?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A: «Bilmayman»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B: (uydirma javob)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C: «Ishlatmaganman, lekin tushunishimcha…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va qanday o'rganishimni bilaman»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Mavzuni o'zgartirish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6A6A76"/>
                </a:solidFill>
                <a:latin typeface="DejaVu Sans Mono"/>
              </a:rPr>
              <a:t>-- Intervyu savoli: 2-eng katta maoshni toping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0015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0015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E5C87A"/>
                </a:solidFill>
                <a:latin typeface="DejaVu Sans Mono"/>
              </a:rPr>
              <a:t>SELECT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E5C87A"/>
                </a:solidFill>
                <a:latin typeface="DejaVu Sans Mono"/>
              </a:rPr>
              <a:t>DISTINCT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maosh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91614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91614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xodimlar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23213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23213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E5C87A"/>
                </a:solidFill>
                <a:latin typeface="DejaVu Sans Mono"/>
              </a:rPr>
              <a:t>ORDER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E5C87A"/>
                </a:solidFill>
                <a:latin typeface="DejaVu Sans Mono"/>
              </a:rPr>
              <a:t>BY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maosh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E5C87A"/>
                </a:solidFill>
                <a:latin typeface="DejaVu Sans Mono"/>
              </a:rPr>
              <a:t>DESC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54812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54812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E5C87A"/>
                </a:solidFill>
                <a:latin typeface="DejaVu Sans Mono"/>
              </a:rPr>
              <a:t>LIMIT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E5C87A"/>
                </a:solidFill>
                <a:latin typeface="DejaVu Sans Mono"/>
              </a:rPr>
              <a:t>OFFSET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maosh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---------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8500000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DISTINCT — bir xil maoshlar bo'lsa takrorlanmasin. ORDER BY DESC — kamayish. OFFSET 1 — birinchisini tashlab, ikkinchisini oladi. N-chi uchun OFFSET n-1.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javoblarni tayyorlang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S: select_related va prefetch_related farqi?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8000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8000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9735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9735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J: select_related — _____ va OneToOne uchun,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1469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1469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SQL ____ qiladi, ______ ta so'rov.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83204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83204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4938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04938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prefetch_related — ___ va teskari FK uchun,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26673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26673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ikkinchi so'rov qilib Python'da birlashtiradi.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48407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48407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70142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70142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Ikkalasi ham _____ muammosini yechadi.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91876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91876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13611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13611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S: 401 va 403 farqi?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35345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35345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J: 401 — ___________________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57080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57080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403 — ___________________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Bir tomonlama bog'lanish turi — 10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Jadvallarni birlashtiruvchi SQL amali.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Ko'p-ko'p bog'lanish qisqartmasi — 3 belgi.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401 — kimligingiz noma'lum, 403 — ruxsat yo'q.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S: Django ORM nima?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J: Baza bilan ishlaydi.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Javobni kengaytiring: nima uchun kerak?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O'z loyihangizdan misol qo'shing.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N+1 va select_related bilan bog'lang.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20 ta savolga yozma javob tayyorlang.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Javoblarni ovoz chiqarib mashq qiling (2 daqiqadan).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Har javobga o'z loyihangizdan misol qo'shing.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(uydirma javob)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«Ishlatmaganman, lekin tushunishimcha…»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Uydirma darhol sezilib qoladi va ishonchni yo'qotadi.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«Django ORM baza bilan ishlaydi.»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«ORM SQL yozmasdan… loyihamda N+1 ni 61→2 ga tushirgandim»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Qisqa javob bilim chuqurligini ko'rsatmaydi. Misol qo'shing.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loyiha haqida savolga tayyor emas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STAR: vaziyat, vazifa, harakat, natija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«Loyihangiz haqida gapiring» — deyarli har intervyuda so'raladi.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select_related va prefetch_related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Bilmagan savolga qanday javob berasiz?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401 va 403 farqi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CV'da nima yoziladi — vazifami, natijami?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94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Smoke test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93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Eng ko'p so'raladiganlar: select_related/prefetch_related, filter/get, N+1, JWT.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Har javobga O'Z LOYIHANGIZDAN misol qo'shing — bu nazariyani amaliyotga bog'laydi.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Bilmasangiz uydirmang: «ishlatmaganman, lekin tushunishimcha… va qanday o'rganishimni bilaman».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95/96 — Intervyuga tayyorgarlik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20 ta intervyu savoliga javob tayyorlash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94: Portfolio &amp; CV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92: Hujjatlash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83: Gunicorn &amp; Nginx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Bitiruv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Ertaga — kursning oxirgi darsi. Loyihangizni taqdim qilasiz va mock intervyu o'tkazamiz. Tayyormisiz?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95: Intervyuga tayyorgarlik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Karyera</cp:category>
</cp:coreProperties>
</file>