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Modellar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Django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5681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5-oy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98064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19-hafta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Model — SQL yozmasdan jadval yaratish. Django ORM'ning birinchi qadami.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Model yaratib, maydonlarini belgilay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Asosiy field turlarini tanlay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makemigrations va migrate farqini tushuntira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__str__ bilan modelni o'qishli qila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«Views»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views.py, HttpResponse, funksiyaviy view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(Foydalanuvchi ismini URL'dan olib salomlashuvchi view…)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Baza jadvalini ifodalovchi Python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Jadval ustuni: CharField, IntegerField…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makemigrations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O'zgarishni migratsiya faylga yozadi.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migrate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Migratsiyalarni bazaga qo'llaydi.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ForeignKey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Boshqa modelga bog'lanish (1:N).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Meta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Model sozlamalari: tartib, jadval nomi.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Model — Python class, Django uni SQL jadvaliga aylantiradi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models.Model dan meros olinadi (28-dars).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atribut — jadval ustuni.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id maydoni avtomatik qo'shiladi.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CREATE TABLE ni Django o'zi yozadi.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models.py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95305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95305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81147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81147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366989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366989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534543"/>
            <a:ext cx="5367363" cy="18584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552831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552831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738673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738673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924515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924515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TextField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110357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10357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yaratilgan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auto_now_add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296199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296199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BooleanField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default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482041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482041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379" y="4649595"/>
            <a:ext cx="5367363" cy="18584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1683" y="4667883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667883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853725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853725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sarlavha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039567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039567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65379" y="5207121"/>
            <a:ext cx="5367363" cy="18584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211683" y="5225409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5225409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5411251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5411251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ordering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0" b="0" i="0">
                <a:solidFill>
                  <a:srgbClr val="6EC27A"/>
                </a:solidFill>
                <a:latin typeface="DejaVu Sans Mono"/>
              </a:rPr>
              <a:t>-yaratilgan</a:t>
            </a:r>
            <a:r>
              <a:rPr sz="10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5597093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5597093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verbose_name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0" b="0" i="0">
                <a:solidFill>
                  <a:srgbClr val="6EC27A"/>
                </a:solidFill>
                <a:latin typeface="DejaVu Sans Mono"/>
              </a:rPr>
              <a:t>Post</a:t>
            </a:r>
            <a:r>
              <a:rPr sz="103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__str__ (27-dars) — admin panelda va shell'da obyekt shu ko'rinishda chiqadi.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Har ma'lumot turiga o'z field'i mos keladi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CharField — qisqa matn, max_length SHART.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TextField — uzun matn, cheklovsiz.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IntegerField, FloatField, DecimalField — sonlar.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DateTimeField, BooleanField, EmailField, ImageField.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fieldlar.py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74068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74068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Mahsulot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59910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59910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45752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45752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tavsif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TextField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blank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65379" y="3813306"/>
            <a:ext cx="5367363" cy="18584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11683" y="3831594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831594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DecimalField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017436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017436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max_digits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decimal_places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203278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203278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soni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PositiveIntegerField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default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389120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389120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faol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BooleanField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default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574962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574962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email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EmailField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unique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5379" y="4742516"/>
            <a:ext cx="5367363" cy="18584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1683" y="4760804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760804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rasm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ImageField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946646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946646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upload_to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0" b="0" i="0">
                <a:solidFill>
                  <a:srgbClr val="6EC27A"/>
                </a:solidFill>
                <a:latin typeface="DejaVu Sans Mono"/>
              </a:rPr>
              <a:t>rasmlar/</a:t>
            </a:r>
            <a:r>
              <a:rPr sz="103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null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blank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132488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132488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yaratilgan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auto_now_add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318330"/>
            <a:ext cx="219456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318330"/>
            <a:ext cx="4763859" cy="1858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yangilangan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30" b="0" i="0">
                <a:solidFill>
                  <a:srgbClr val="FFFFFF"/>
                </a:solidFill>
                <a:latin typeface="DejaVu Sans Mono"/>
              </a:rPr>
              <a:t>auto_now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3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03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null=True — bazada NULL bo'lishi mumkin. blank=True — formada bo'sh qoldirish mumkin. Ular boshqa narsa!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makemigrations rejani yozadi, migrate esa uni bajaradi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makemigrations — model o'zgarishini fayl qilib yozadi.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migrate — o'sha faylni bazada bajaradi.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Migratsiya fayllari Git'ga QO'SHILADI.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sqlmigrate bilan qanday SQL bajarilishini ko'rsa bo'ladi.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88221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88221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makemigrations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24748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24748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6A6A76"/>
                </a:solidFill>
                <a:latin typeface="DejaVu Sans Mono"/>
              </a:rPr>
              <a:t>#  blog/migrations/0001_initial.py yaratildi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61275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61275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797802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797802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migrate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034329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34329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6A6A76"/>
                </a:solidFill>
                <a:latin typeface="DejaVu Sans Mono"/>
              </a:rPr>
              <a:t>#  Applying blog.0001_initial... 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70856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70856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507383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507383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6A6A76"/>
                </a:solidFill>
                <a:latin typeface="DejaVu Sans Mono"/>
              </a:rPr>
              <a:t># Qanday SQL bajarilishini ko'rish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743910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743910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sqlmigrate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blog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C9A961"/>
                </a:solidFill>
                <a:latin typeface="DejaVu Sans Mono"/>
              </a:rPr>
              <a:t>0001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980437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980437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216964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16964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6A6A76"/>
                </a:solidFill>
                <a:latin typeface="DejaVu Sans Mono"/>
              </a:rPr>
              <a:t># Holatni tekshirish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453491"/>
            <a:ext cx="219456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3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453491"/>
            <a:ext cx="4763859" cy="2365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1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1" b="0" i="0">
                <a:solidFill>
                  <a:srgbClr val="FFFFFF"/>
                </a:solidFill>
                <a:latin typeface="DejaVu Sans Mono"/>
              </a:rPr>
              <a:t>showmigrations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«Post» modelini yaratib, bazaga ko'chiramiz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blog/models.py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unique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verbose_name_plural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Kategoriyalar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TextField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" y="510843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ForeignKey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" y="537894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on_delete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CASCADE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8952" y="551419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related_name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postlar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chop_etilgan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BooleanField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default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yaratilgan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auto_now_add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kategoriya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58952" y="673148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ordering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-yaratilgan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python manage.py makemigrations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python manage.py migrate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17-satr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ForeignKey — 1:N munosabat (45-dars). Kategoriya birinchi e'lon qilinishi kerak.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19-satr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on_delete=CASCADE — kategoriya o'chsa, postlari ham o'chadi.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20-satr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related_name — teskari murojaat: kategoriya.postlar.all()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29-satr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ordering — standart tartib. «-» kamayish tartibi.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Model o'zgartirilgandan keyin qaysi buyruq birinchi bajariladi?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# models.py da yangi maydon qo'shildi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migrate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makemigrations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runserver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startapp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makemigrations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migrate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Migrations for 'blog':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 blog/migrations/0001_initial.py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   + Create model Kategoriya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   + Create model Post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Operations to perform: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 Apply all migrations: blog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Running migrations: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803" b="0" i="0">
                <a:solidFill>
                  <a:srgbClr val="FFFFFF"/>
                </a:solidFill>
                <a:latin typeface="DejaVu Sans Mono"/>
              </a:rPr>
              <a:t>  Applying blog.0001_initial... OK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makemigrations o'zgarish REJASINI fayl qilib yozdi. migrate esa uni bazada BAJARDI. Ikki bosqich — chunki rejani ko'rib chiqish va Git'ga qo'shish mumkin.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model to'liq bo'lsin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43349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43349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______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67359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67359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91369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91369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15379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15379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Mahsulot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039389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039389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__________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63399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63399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tavsif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__________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487409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487409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narx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IntegerField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711419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711419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yaratilgan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DateTimeField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____________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935429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935429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159439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159439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_______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4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383449"/>
            <a:ext cx="219456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383449"/>
            <a:ext cx="5742249" cy="2240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4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42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4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42" b="0" i="0">
                <a:solidFill>
                  <a:srgbClr val="FFFFFF"/>
                </a:solidFill>
                <a:latin typeface="DejaVu Sans Mono"/>
              </a:rPr>
              <a:t>nom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Modul nomi — 6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Barcha modellar meros oladigan class.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Qisqa matn uchun field — max_length talab qiladi.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Yaratilgan vaqtni avtomatik qo'yadigan parametr.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26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26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6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55088"/>
            <a:ext cx="219456" cy="226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55088"/>
            <a:ext cx="4876641" cy="226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6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56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125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matn (TextField) va yaratilgan (DateTimeField) qo'shing.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__str__ metodini qo'shing.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Meta class'da ordering ni belgilang va migratsiya qiling.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«Post» yoki «Mahsulot» modelini yarating (4+ maydon).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makemigrations va migrate ni bajaring, sqlmigrate bilan SQL'ni ko'ring.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Ikkinchi model qo'shib, ForeignKey bilan bog'lang.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models.CharField()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models.CharField(max_length=200)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CharField uchun max_length majburiy.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makemigrations qilinmadi, to'g'ridan-to'g'ri migrate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makemigrations → migrate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migrate faqat mavjud migratsiyalarni bajaradi. Yangi o'zgarish uchun avval makemigrations.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echo "migrations/" &gt;&gt; .gitignore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migratsiyalar Git'ga QO'SHILADI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Migratsiyalar — kodning bir qismi. Ularsiz boshqa dasturchi bazani qura olmaydi.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Model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makemigrations va migrate farqi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null=True va blank=True farqi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View nima qaytarishi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include() nima qiladi?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53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Model — Python class. Django undan SQL jadval yasaydi.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makemigrations rejani yozadi, migrate bazada bajaradi. Migratsiyalar Git'ga kiradi.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__str__ va Meta.ordering — har modelga qo'shish odat qiling.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Django · Dars 55/96 —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'Post' yoki 'Mahsulot' modelini yaratish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54: Views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52: Django kirish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43: JOIN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Jadval tayyor. Endi unga ma'lumot qo'shish va o'qish uchun SQL yozamizmi?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55: Modellar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Django</cp:category>
</cp:coreProperties>
</file>