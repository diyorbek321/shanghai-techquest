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while sikli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Sikl — kodni takrorlash mashinasi. 100 ta print o'rniga 3 satr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while siklining tuzilishini va shartini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Sanoqchi (counter) o'zgaruvchini to'g'ri yangilay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break va continue ni maqsadga muvofiq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Cheksiz sikl sababini aniqlab, undan qocha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«Mantiqiy operatorlar»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and, or, not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(Yoshga qarab chipta narxini aniqlovchi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Shart True bo'lguncha takrorlaydi.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Sanoqchi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aylanishda o'zgaradigan o'zgaruvchi: i = i + 1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 +=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 = i + 1 ning qisqa yozuvi.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Siklni darhol to'xtatadi va tashqariga chiqadi.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continue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Shu aylanishni tashlab, keyingisiga o'tadi.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Cheksiz sikl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Shart hech qachon False bo'lmasa — dastur qotadi.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while shart True bo'lgan ekan — blokni qayta-qayta bajaraveradi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Shart tekshiriladi. 2) True bo'lsa blok bajariladi. 3) Yana 1-qadamga.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Shart False bo'lganda sikl tugaydi.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Blok ichida shartga ta'sir qiladigan narsa o'zgarishi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Aks holda — cheksiz sikl, dastur muzlaydi.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while.py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85114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39216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Tugadi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5-satrni o'chirsangiz — i har doim 1 qoladi, sikl cheksiz aylanadi. Ctrl+C bilan to'xtatasiz.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break siklni butunlay to'xtatadi, continue esa faqat shu aylanishni tashlaydi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break — «yetar, chiqdim». Sikl tugaydi.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continue — «bu safar o'tkazib yuboraman». Keyingi aylanish.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continue dan oldin sanoqchini oshirishni unutmang!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Aks holda continue cheksiz siklga olib keladi.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break_continue.py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8859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8859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4877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4877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0895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0895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350848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36913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6913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continue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442" b="0" i="0">
                <a:solidFill>
                  <a:srgbClr val="6A6A76"/>
                </a:solidFill>
                <a:latin typeface="DejaVu Sans Mono"/>
              </a:rPr>
              <a:t># 3 ni tashlab 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6293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6293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871208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88949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8949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break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442" b="0" i="0">
                <a:solidFill>
                  <a:srgbClr val="6A6A76"/>
                </a:solidFill>
                <a:latin typeface="DejaVu Sans Mono"/>
              </a:rPr>
              <a:t># 7 da to'xta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4967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4967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Natija: 1 2 4 5 6. 3 tashlandi, 7 da to'xtadi.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1 dan 100 gacha juft sonlarni chiqaruvchi dasturni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juft_sonlar.py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1 dan 100 gacha juft sonlar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182112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20040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38144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675888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895344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13632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133088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15137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38912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626864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846320"/>
            <a:ext cx="634575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64608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02352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40096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77840"/>
            <a:ext cx="57422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Yig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indisi: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Sanoqchini boshlang'ich qiymat bilan e'lon qilamiz.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Shart: 100 dan oshmaguncha davom et.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% 2 == 0 → juft. 4-darsda o'rgangan edik.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Bu satr if dan TASHQARIDA — har aylanishda bajarilishi shart.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sikl necha marta aylanadi?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marta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 marta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marta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Cheksiz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 = 0, 1, 2 bo'lganda shart True edi — 3 marta aylandi. i = 3 bo'lganda 3 &lt; 3 False bo'ldi va sikl tugadi. 3 ning o'zi chiqmadi.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dastur nimani hisoblayapti?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5-satrni o'chirsak nima bo'ladi?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nat ning boshlang'ich qiymati 0 bo'lsa natija qanday bo'ladi?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 = 0 bilan boshlansa sikl necha marta aylanadi?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10 dan 1 gacha sanasin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Uchdi!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Teskari sanayapmiz — shart qanday bo'lishi kerak?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Sanoqchi kamayishi kerak: += emas.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 ham chiqishi kerak — &gt;= yoki &gt;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«stop» yozmaguncha so'rayveradigan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while javob != "stop":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sikl sharti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javob = ""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boshlang'ich qiymat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javob = input("Yozing (stop=chiqish): 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ma'lumot olish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print(f"Siz yozdingiz: {javob}")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aks-sado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print("Dastur tugadi")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yakun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 dan 20 gacha chiqarsin.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toq sonlarni chiqarsin (if bilan).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Sonlarni teskari tartibda (20 dan 1 gacha) chiqarsin.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 dan 10 gacha sonlarni va ularning kvadratini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sonlar so'rab, 0 kiritilgunicha yig'indini toping.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 o'ylagan sonni topish o'yini: dastur 1–100 orasidagi sonni so'raydi va «katta/kichik» deb yo'naltiradi.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 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&lt;= 5: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 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&lt;= 5: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 +=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Sanoqchi oshmasa — cheksiz sikl. Dastur qotadi, Ctrl+C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 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 5: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while satri oxirida ikki nuqta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 10: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if i == 3: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continue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 +=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i &lt; 10: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 +=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if i == 3: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continue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continue sanoqchidan oldin bo'lsa — i hech qachon oshmaydi, cheksiz sikl.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while sikli qachon to'xtaydi?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break va continue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Cheksiz sikl nima sababdan yuz beradi?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and va or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if / elif / else tartibi nima uchun muhim?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while shart True bo'lguncha takrorlaydi. Shart o'zgarishi shart!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 += 1 — sanoqchini oshirishning qisqa yozuvi. Uni unutish = cheksiz sikl.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break siklni to'xtatadi, continue faqat shu aylanishni tashlaydi.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9/96 — while sikli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1 dan 100 gacha juft sonlarni chiqarish (while)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8: Mantiqiy operatorlar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6: Satrlar (Strings)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for sikli va range()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Ro'yxatdagi har bir element bo'ylab yurish uchun ham sanoqchi kerakmi? Yoki qulayroq yo'l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9: while sikli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