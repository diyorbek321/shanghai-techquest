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API — asosiy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Asosiy CRUD endpointlar — loyihaning yuragi.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Barcha model uchun serializer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ViewSet va Router bilan CRUD qura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Filtrlash, qidiruv va sahifalash qo'sha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Endpointlarni Postman'da sinab chiqa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«Setup &amp; Modellar»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Loyiha skeletini qurish: setup, sozlash, modellar va migratsiyalar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strukturasi va modellar…)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CRUD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Create, Read, Update, Delete endpointlari.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Nested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Ichma-ich resurslar uchun.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select_related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FK uchun so'rov optimizatsiyasi.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prefetch_related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M2M va teskari FK uchun.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Read/Write serializer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O'qish va yozish uchun turli serializer.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Postman collection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Saqlangan so'rovlar to'plami.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resurs uchun bir xil naqsh: model → serializer → viewset → router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Bir marta o'rgansangiz — barcha resursga qo'llaysiz.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queryset'ni darhol optimallashtiring.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filterset_fields, search_fields, ordering_fields.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permission_classes ni unutmang.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kitob resursi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serializers.py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muallif_id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PrimaryKeyRelatedField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bosh_nusxalar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IntegerField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nusxalar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muallif_id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bosh_nusxalar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65379" y="537894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prefetch_related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KitobSerializer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065379" y="578470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filterset_fields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Ruxsatlarni resurs turiga qarab bering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Kitoblar ro'yxati — hammaga ochiq.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Kitob qo'shish/o'chirish — faqat admin.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Band qilish — login qilganlarga.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O'z bandini ko'rish — faqat egasiga.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ruxsatlar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KitobSerializer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65379" y="3891146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IsAdminUser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permission_classes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IsAuthenticated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065379" y="537894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har kim faqat o'z bandlarini ko'radi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is_staff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11683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22579" y="607349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oquvchi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request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get_queryset bilan filtrlash — permission'dan ham ishonchli: boshqaning bandi umuman ko'rinmaydi.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Kutubxona API'sining asosiy endpointlarini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apps/kutubxona/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django_filters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8952" y="443216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prefetch_related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MuallifSerializer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IsAdminUser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58952" y="605521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KitobSerializer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filter_backends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DjangoFilterBackend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OrderingFilter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filterset_fields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search_fields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ordering_fields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yaratilgan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ordering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58952" y="781351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action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IsAdminUser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config/urls.py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05256" y="877857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16152" y="877857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DefaultRouter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891383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216152" y="891383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05256" y="904908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216152" y="904908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kitoblar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05256" y="918434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47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216152" y="918434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758952" y="930130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TextBox 109"/>
          <p:cNvSpPr txBox="1"/>
          <p:nvPr/>
        </p:nvSpPr>
        <p:spPr>
          <a:xfrm>
            <a:off x="905256" y="931959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48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16152" y="931959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basename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band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05256" y="945484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49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16152" y="945484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05256" y="959010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16152" y="959010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urlpatterns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5256" y="97253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16152" y="97253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include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urls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905256" y="98606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216152" y="98606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api/token/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TokenObtainPairView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as_view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905256" y="99958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53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216152" y="99958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TextBox 12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prefetch_related — muallifning kitoblari uchun (71-dars).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TextBox 12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24-satr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select_related — FK uchun. N+1 dan qutqaradi.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TextBox 13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37-satr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get_permissions — o'qish ochiq, yozish faqat admin (69-dars).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48-satr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basename kerak — BandViewSet'da queryset atributi yo'q (get_queryset ishlatilgan).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ViewSet'da queryset yo'q, faqat get_queryset() bo'lsa — router'ga nima berish kerak?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router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register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bandlar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BandViewSet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basename= kerak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queryset= kerak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serializer= kerak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'.../api/kitoblar/?search=kunlar'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jq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015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015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curl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-s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-X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.../api/kitoblar/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1614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1614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'Content-Type: application/json'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23213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23213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-d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'{"nom":"Yangi"}'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-i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|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head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-2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{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"count": 1,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"results": [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  {"id": 1, "nom": "O'tkan kunlar",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   "muallif": {"id": 1, "ism": "A. Qodiriy"},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   "bosh_nusxalar": 3}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 ]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}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722" b="0" i="0">
                <a:solidFill>
                  <a:srgbClr val="FFFFFF"/>
                </a:solidFill>
                <a:latin typeface="DejaVu Sans Mono"/>
              </a:rPr>
              <a:t>HTTP/1.1 401 Unauthorized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Qidiruv ishladi va nested muallif to'liq chiqdi. POST esa 401 oldi — kitob qo'shish faqat admin uchun, token yuborilmagan.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ViewSet ni yakunlang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9771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9771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30022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30022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2329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2329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KitobSerializer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94636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94636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26943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26943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59250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59250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_____________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isbn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91557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91557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23864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23864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get___________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56171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56171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list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retrieve</a:t>
            </a:r>
            <a:r>
              <a:rPr sz="12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188478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188478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AllowAny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420785"/>
            <a:ext cx="219456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420785"/>
            <a:ext cx="5742249" cy="2323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permissions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8" b="0" i="0">
                <a:solidFill>
                  <a:srgbClr val="FFFFFF"/>
                </a:solidFill>
                <a:latin typeface="DejaVu Sans Mono"/>
              </a:rPr>
              <a:t>IsAdminUser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FK optimizatsiyasi — select_…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Aniq maydon filtri — filterset_…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Matnli qidiruv — search_…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Hozirgi amal nomi — self.… 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KitobViewSet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82072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82072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5728"/>
            <a:ext cx="219456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7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5728"/>
            <a:ext cx="4876641" cy="253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6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06" b="0" i="0">
                <a:solidFill>
                  <a:srgbClr val="FFFFFF"/>
                </a:solidFill>
                <a:latin typeface="DejaVu Sans Mono"/>
              </a:rPr>
              <a:t>KitobSerializer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select_related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search_fields va filterset_fields qo'shing.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get_permissions bilan o'qish/yozish ruxsatlarini ajrating.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Barcha modellar uchun serializer yozing.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ViewSet'lar va Router'ni sozlang.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Postman kolleksiyasi yasab, barcha endpointni sinang.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Kitob.objects.all()  # nested serializer bilan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Kitob.objects.select_related('muallif')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N+1: 100 kitob uchun 101 ta SQL so'rov ketadi.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router.register('bandlar', BandViewSet)  # queryset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router.register('bandlar', BandViewSet, basename='band')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queryset'siz ViewSet uchun basename majburiy.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permission_classes = [AllowAny]  # hamma amalga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get_permissions(self): ...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O'qish ochiq, yozish yopiq bo'lishi kerak.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select_related va prefetch_related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basename qachon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get_queryset bilan filtrlash nima uchun ishonchli?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Sozlamalar nima uchun bo'linadi?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Entity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Har resurs uchun bir xil naqsh: model → serializer → viewset → router.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queryset'ni darhol optimallashtiring: select_related / prefetch_related.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get_permissions bilan o'qish va yozish ruxsatlarini ajrating.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88/96 — API — asosiy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Asosiy API endpointlar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87: Setup &amp; Modellar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85: Loyiha rejasi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76: Environment &amp; Settings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Biznes logika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CRUD ishlayapti. Lekin «kitobni band qilish» — oddiy CRUD emas. Uni qanday yozamiz?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88: API — asosiy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