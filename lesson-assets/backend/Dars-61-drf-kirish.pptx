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DRF kirish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DRF — Django ustiga qurilgan API framework. Endi mobil ilova ham bizning backend'imizdan foydalana oladi.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DRF ni o'rnatib, loyihaga ulay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Serializer nima ekanini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 uchun ModelSerializer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Obyektni JSON'ga va JSON'ni obyektga aylantira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«Blog loyiha»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MINI-LOYIHA: Oddiy Blog sayti — post ko'rish, qo'shish, tahrirlash, o'chirish (CRUD)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(Blogni yakunlab ishga tayyorlash…)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Django REST Framework — API qurish uchun kutubxona.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Serializer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 ↔ JSON tarjimoni.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Serialization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 → JSON (chiqishda).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Deserialization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JSON → obyekt (kirishda).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ModelSerializer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Modeldan avtomatik serializer yasaydi.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Serializer natijasi — JSON'ga tayyor 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Serializer — Python obyekti va JSON o'rtasidagi tarjimon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 obyektini JSON'ga aylantirib bo'lmaydi — u Python obyekti.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Serializer uni dict'ga aylantiradi, keyin JSON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Teskarisi ham: kelgan JSON'dan obyekt yasaydi.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Yo'l-yo'lakay validatsiya ham qiladi (59-darsdagi forma kabi).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serializer roli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Post obyekti          Serializer           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1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1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────────────          ──────────            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138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138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Post(                               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065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065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id=1,        ──►  serialize   ──►    "id": 1,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993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993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sarlavha=…                           "sarlavha":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920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920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)                                  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847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847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774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774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Post(                               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702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702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sarlavha=…   ◄──  deserialize ◄──    "sarlavha":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629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629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)              +validatsiya        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DRF o'rnatish va ulash — uch qadam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install djangorestframework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INSTALLED_APPS ga "rest_framework" qo'shish.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REST_FRAMEWORK sozlamalarini yozish (ixtiyoriy).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Shundan keyin serializer va view yozish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  pip install djangorestframework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  pip freeze &gt; 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config/settings.py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192524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blog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90575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DEFAULT_PAGINATION_CLASS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rest_framework.pagination.PageNumberPagination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PAGE_SIZE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ModelSerializer modeldan maydonlarni avtomatik 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Meta ichida model va fields ko'rsatiladi (59-darsdagi ModelForm kabi).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fields = "__all__" — hammasi. Lekin aniq ro'yxat yaxshiroq.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read_only_fields — faqat o'qish uchun (id, yaratilgan).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Qo'shimcha maydon qo'shish ham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serializers.py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4432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4432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blog/serializers.py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5247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5247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serializers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606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606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687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687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769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769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266760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2850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850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4931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4931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683048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7013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013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094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094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176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176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5379" y="5307480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683" y="53257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3257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read_only_fields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 uchun serializer yozib, shell'da sinab ko'ramiz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python manage.py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SERIALIZE — obyekt → 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first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2063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{"id": 1, "sarlavha": "Django", "matn": "…"}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Ko'p obyekt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DESERIALIZE — dict → obyekt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kelgan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Yangi 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kelgan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24368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errors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Validatsiya xatosi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sarlavhasiz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False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errors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{"sarlavha": ["required"]}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PostSerializer(obyekt) — chiqish uchun. .data bilan dict olinadi.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many=True — ro'yxat uchun SHART. Busiz xato chiqadi.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data=… nomli argument — kirish uchun. Farqni yodda tuting.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is_valid() — 59-darsdagi forma bilan bir xil naqsh.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Ko'p obyektni serialize qilishda nima yozilishi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Ishlaydi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many=True kerak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list() kerak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for sikli kerak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7309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7309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46202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46202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55095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55095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63988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63988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AttributeError: 'QuerySet' object has no attribute 'sarlavha'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many=True'siz DRF QuerySet'ni BITTA obyekt deb o'yladi va uning sarlavha maydonini qidirdi. many=True bilan har elementni alohida serialize qildi.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faqat matn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is_valid() chaqirilmasa save() nima qiladi?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Qanday xato xabari chiqadi?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 qaysi darsdagi forma naqshiga o'xshaydi?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ser.errors ichida nima bo'ladi?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serializer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46390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46390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97282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97282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48174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48174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99066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99066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9958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9958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_______________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00850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00850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9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51742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51742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02634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02634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253526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253526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39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91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Modul nomi — ko'plikda.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Modeldan avtomatik yasaydigan class — …Serializer.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Meta ichidagi ikkita asosiy sozlama (ModelForm kabi).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Faqat o'qish uchun maydonlar — read_…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762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762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__all__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fields ni aniq ro'yxatga o'zgartiring.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read_only_fields qo'shing.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Shell'da sinab, .data natijasini ko'ring.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DRF ni o'rnatib, INSTALLED_APPS ga qo'shing.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Modelingiz uchun ModelSerializer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Shell'da serialize va deserialize qilib, .data va .errors ni ko'ring.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PostSerializer(Post.objects.all())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PostSerializer(Post.objects.all(), many=True)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Ro'yxat uchun many=True shart.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PostSerializer(kelgan_dict)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PostSerializer(data=kelgan_dict)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Kirish uchun data= nomli argument kerak. Aks holda obyekt deb qabul qilinadi.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ser.save()  # is_valid() chaqirilmagan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ser.is_valid():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ser.save()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is_valid()'siz save() AssertionError beradi.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Serializer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many=True qachon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data= va oddiy argument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get_object_or_404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CSRF token nimadan himoya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Serializer — obyekt ↔ JSON tarjimoni, yo'l-yo'lakay validatsiya qiladi.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ModelSerializer modeldan maydonlarni avtomatik oladi (ModelForm kabi).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Chiqish: Serializer(obyekt).data. Kirish: Serializer(data=…).is_valid() → save().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61/96 — DRF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Model uchun serializer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60: Blog loyiha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58: Templates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49: Web qanday ishlaydi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API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Serializer bor. Endi uni HTTP so'roviga qanday ulaymiz? Django view'i bilan bir xilmi?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61: DRF kirish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