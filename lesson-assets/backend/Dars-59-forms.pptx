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Forms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Forma — foydalanuvchidan ma'lumot olish. Va validatsiya — unga ishonmaslik san'ati.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Django Form va ModelForm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POST so'rovni view'da qayta ishlay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Validatsiya xatolarini ko'rsata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CSRF himoyasining vazifasini tushuntira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«Templates»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Template til, {{ }} va {% %}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(Ma'lumotni chiroyli ko'rsatuvchi sahifa…)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Forma maydonlari va validatsiyani belgilovchi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ModelForm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Modeldan avtomatik forma yasaydi.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is_valid()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Ma'lumotni tekshiradi. True bo'lsa cleaned_data tayyor.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cleaned_data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Tozalangan, to'g'ri turdagi ma'lumot.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CSRF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Cross-Site Request Forgery — soxta so'rov hujumi.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{% csrf_token %}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POST formada bo'lishi SHART.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ModelForm modeldan avtomatik forma va validatsiya yasaydi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Model maydonlari → forma maydonlari.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max_length, unique — validatsiya avtomatik.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fields = "__all__" yoki aniq ro'yxat.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form.save() obyektni bazaga yozadi.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forms.py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36407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36407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blog/forms.py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29132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29132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21857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21857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14582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14582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07307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07307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081744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100032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00032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forms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ModelForm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292757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292757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485482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485482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659919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678207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678207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870932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870932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widgets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063657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63657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forms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Textarea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attrs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rows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56382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56382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449107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449107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labels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Post sarlavhasi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POST so'rovni qayta ishlashning standart naqshi har doim bir xil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 bo'lsa — bo'sh forma ko'rsat.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POST bo'lsa — ma'lumot bilan to'ldir va tekshir.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is_valid() True bo'lsa — saqla va redirect qil.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False bo'lsa — xatolar bilan formani qayta ko'rsat.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views.py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forms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post_qosh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89534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27573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5379" y="465612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redirect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blog/forma.html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form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Saqlangandan keyin redirect SHART — aks holda sahifa yangilanganda forma qayta yuboriladi.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CSRF token soxta so'rovlardan himoya qiladi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Zararli sayt sizning nomingizdan so'rov yuborishi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har formaga maxfiy token qo'yadi.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Tokensiz POST — 403 Forbidden.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{% csrf_token %} — har POST formada BO'LISHI SHART.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forma.html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&lt;form method="post"&gt;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087018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0530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{% csrf_token %}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4795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39059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{{ form.as_p 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3324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67589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&lt;button type="submit"&gt;Saqlash&lt;/button&gt;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81853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&lt;/form&gt;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6118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10382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&lt;!-- Yoki maydon-maydon --&gt;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24647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&lt;form method="post"&gt;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4370832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38912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{% csrf_token %}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3176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{% for field in form %}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67441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&lt;label&gt;{{ field.label }}&lt;/label&gt;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1705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{{ field 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5970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{% if field.errors %}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0235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&lt;span class="xato"&gt;{{ field.errors }}&lt;/span&gt;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4499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{% endif %}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8764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{% endfor %}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028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&lt;button&gt;Saqlash&lt;/button&gt;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7293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&lt;/form&gt;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Ma'lumot qo'shish formasini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forms.py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clean_sarlavha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cleaned_data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 kamida 5 belgi 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lsin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redirect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messages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post_qosh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" y="659622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messages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success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 qo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shildi!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" y="700198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redirect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blog/forma.html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clean_&lt;maydon&gt; — o'z validatsiyangiz. Django uni avtomatik chaqiradi.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Tozalangan qiymatni QAYTARISH shart — aks holda None saqlanadi.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28-satr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is_valid() False bo'lsa — form.errors to'ladi va shablonda ko'rsatiladi.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31-satr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redirect — Post/Redirect/Get naqshi. Takroriy yuborishning oldini oladi.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{% csrf_token %} yozilmagan POST forma yuborilsa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&lt;form method="post"&gt;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&lt;input name="ism"&gt;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&lt;button&gt;OK&lt;/button&gt;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&lt;/form&gt;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Ishlaydi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403 Forbidden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404 Not Found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500 Server 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csrf_token'siz POST yuborildi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Django javobi: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Forbidden (403)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CSRF verification failed. Request aborted.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Reason given for failure: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   CSRF token missing.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Django POST so'rovni tokensiz qabul qilmaydi. Bu — zararli sayt sizning nomingizdan so'rov yuborishining oldini oladi. Yechim: formaga {% csrf_token %} qo'shing.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forma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5535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5535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post_qosh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7936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7936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0337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0337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2738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2738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5139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5139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9941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9941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82342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82342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4743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4743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71444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71444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forma.html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form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So'rov turini bildiruvchi atribut.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POST ma'lumotlari joylashgan atribut.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Tekshiruv metodi — is_…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Saqlashdan keyin boshqa sahifaga o'tkazadi.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Forma qayta ishlash naqshini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if form.is_valid():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tekshirish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182112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90672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90672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if request.method == "POST":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90672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metod tekshiruvi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94176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785616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694176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94176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form = PostForm(request.POST)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694176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ma'lumot bilan to'ldirish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389120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297680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97680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    form.save()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297680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saqlash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01184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992624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901184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901184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    return redirect("postlar")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901184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yo'naltirish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50468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59612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50468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50468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else: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form = PostForm()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50468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6 · GET holati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PostForm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forms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ModelForm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matn va kategoriya maydonlarini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widgets bilan matn maydonini Textarea qiling.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clean_sarlavha bilan minimal uzunlik tekshiruvini qo'shing.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ModelForm yaratib, oddiy forma sahifasini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Validatsiya xatolarini shablonda ko'rsating.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clean_ metodi bilan o'z validatsiyangizni qo'shing.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&lt;form method="post"&gt;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&lt;!-- csrf yo'q --&gt;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&lt;form method="post"&gt;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{% csrf_token %}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CSRF tokensiz POST → 403 Forbidden.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form.is_valid():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form.save()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render(...)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form.is_valid():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form.save()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redirect(...)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render qaytarilsa sahifa yangilanganda forma qayta yuboriladi.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clean_ism(self):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if len(...) &lt; 3: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raise 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clean_ism(self):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v = self.cleaned_data['ism']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clean_ metodi tozalangan qiymatni QAYTARISHI shart.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ModelForm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is_valid()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CSRF token nimadan himoya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render() nima qaytaradi?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admin.py da nima yoziladi?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ModelForm modeldan forma va validatsiyani avtomatik yasaydi.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Naqsh: POST bo'lsa → to'ldir → is_valid() → save() → redirect.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{% csrf_token %} har POST formada BO'LISHI SHART.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59/96 —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Ma'lumot qo'shish formasi yaratish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58: Templates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56: ORM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47: PostgreSQL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Blog loyiha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Endi hamma qism bor: model, view, template, forma. Ularni birlashtirib to'liq blog yozsak-chi?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59: Forms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Django</cp:category>
</cp:coreProperties>
</file>