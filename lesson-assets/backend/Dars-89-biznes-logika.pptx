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Biznes logika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49047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Yakuniy loyiha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8608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8-oy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30-hafta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Biznes logika — loyihangizni CRUD'dan haqiqiy mahsulotga aylantiruvchi qism.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89/96 — Biznes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Biznes qoidalarni kodga aylantira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Custom action yoza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Tranzaksiya bilan ma'lumot butunligini ta'minlay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Mantiqni servis qatlamiga ajrata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89/96 — Biznes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«API — asosiy»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Asosiy endpointlarni yozish (CRUD)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(Asosiy API endpointlar…)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89/96 — Biznes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Biznes logika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Loyihaning haqiqiy qoidalari.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@action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ViewSet'ga qo'shimcha endpoint.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Transaction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Hammasi bajariladi yoki hech biri.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atomic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Tranzaksiya bloki.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select_for_update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Qatorni qulflab olish (race condition'dan himoya).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Service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Biznes mantiq alohida modulda.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89/96 — Biznes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Biznes qoidalar — «nima mumkin, nima mumkin emas» ro'yxati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Bo'sh nusxa yo'q bo'lsa — band qilib bo'lmaydi.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o'quvchi 3 tadan ko'p kitob ololmaydi.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Qaytarilgan kitobni qayta qaytarib bo'lmaydi.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qoidalarni AVVAL ro'yxat qiling, keyin kodga o'giring.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qoidalar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3618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3618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BIZNES QOIDALAR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4432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4432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5247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5247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BR-01  Bo'sh nusxa bo'lmasa band qilinmaydi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6061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6061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BR-02  Bir o'quvchida bir vaqtda ≤ 3 kitob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86876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86876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BR-03  Bir kitobni ikki marta band qilib bo'lmaydi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07690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7690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BR-04  Band muddati — 14 kun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28504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28504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BR-05  Qaytarilgan bandni qayta qaytarib bo'lmaydi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49319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49319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BR-06  Muddati o'tganda yangi band berilmaydi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70133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70133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90948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90948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Har qoida uchun: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11762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11762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 · kodda tekshiruv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32576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32576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 · aniq xato xabari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53391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53391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 ·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89/96 — Biznes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Tranzaksiya — bir necha amal birga bajariladi yoki umuman bajarilmaydi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Band yaratildi, lekin nusxa kamaytirilmadi — ma'lumot buzildi.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atomic blok ichida xato chiqsa — hammasi bekor qilinadi.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select_for_update — bir vaqtda ikki so'rov kelsa himoya.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Pul, zaxira, band — har doim tranzaksiya ichida.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tranzaksiya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db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transaction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2115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2115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7964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7964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379" y="3419856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1683" y="343814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43814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C9A961"/>
                </a:solidFill>
                <a:latin typeface="DejaVu Sans Mono"/>
              </a:rPr>
              <a:t>@transaction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atomic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59664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59664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kitob_id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75513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75513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objects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3895344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391363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1363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    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select_for_update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07212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07212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    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kitob_id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23062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23062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38912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8912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bosh_nusxalar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54761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54761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ValidationError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Bo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sh nusxa yo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q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70611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70611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86460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86460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02310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02310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18160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18160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34009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34009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muddat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date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today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timedelta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days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14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49859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49859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65708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65708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band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select_for_update — ikki o'quvchi oxirgi nusxani bir vaqtda olib qo'yishining oldini oladi.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89/96 — Biznes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Biznes mantiqni view'dan ajrating — u testlash va qayta ishlatish oson bo'ladi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services.py — sof Python funksiyalari.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View faqat HTTP bilan ishlaydi: so'rov → servis → javob.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Servisni test qilish uchun HTTP kerak emas.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Xuddi shu mantiq Celery vazifasidan ham chaqiriladi.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qatlamlar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services.py — sof mantiq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122676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14096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kitob_id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31927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49758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67588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85419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views.py — faqat HTTP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03250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BandViewSet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21081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5379" y="4370832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11683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38912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@action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detail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methods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56742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74573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kitob_id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kitob_id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92404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services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10235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kitob_id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28066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45896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BandSerializer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3727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HTTP_201_CREATED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89/96 — Biznes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Band qilish va qaytarish mantiqini to'liq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apps/kutubxona/services.py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datetime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timedelta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utils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timezone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exceptions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ValidationError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" y="402640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MAX_BAND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MUDDAT_KUN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@transaction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atomic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kitob_id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"""BR-01…BR-04 qoidalarini tekshirib band yaratadi."""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" y="510843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select_for_update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kitob_id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first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None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ValidationError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kitob_id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Topilmadi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" y="605521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BR-02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faol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qaytarilgan__isnull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count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faol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MAX_BAND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ValidationError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Bir vaqtda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MAX_BAND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tadan ko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 bo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lmaydi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BR-03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qaytarilgan__isnull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exists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ValidationError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Bu kitob sizda turibdi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BR-01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bosh_nusxalar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" y="810230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16152" y="810230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ValidationError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sh nusxa yo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5256" y="823756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16152" y="823756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5256" y="837281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16152" y="837281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5256" y="850807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16152" y="850807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5256" y="864332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16152" y="864332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muddat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today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timedelta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days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MUDDAT_KUN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5256" y="877857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16152" y="877857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6" y="891383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16152" y="891383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5256" y="904908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16152" y="904908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@transaction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atomic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5256" y="918434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16152" y="918434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qaytar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5256" y="931959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16152" y="931959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"""BR-05: qaytarilganni qayta qaytarib bo'lmaydi."""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5256" y="945484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16152" y="945484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qaytarilgan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None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05256" y="959010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16152" y="959010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ValidationError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Allaqachon qaytarilgan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5256" y="97253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16152" y="97253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05256" y="98606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16152" y="98606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qaytarilgan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timezone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05256" y="99958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16152" y="99958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update_fields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qaytarilgan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58952" y="1011283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05256" y="101311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16152" y="101311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9-satr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Sehrli sonlar konstanta sifatida — o'zgartirish bir joyda.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17-satr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select_for_update — qatorni qulflaydi. Tranzaksiya ichida bo'lishi SHART.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24-satr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Har tekshiruv oldida qoida raqami — kod va hujjat bog'langan.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54-satr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update_fields — faqat bitta ustunni yangilaydi, tezroq.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89/96 — Biznes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@transaction.atomic ichida xato chiqsa nima bo'ladi?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9A961"/>
                </a:solidFill>
                <a:latin typeface="DejaVu Sans Mono"/>
              </a:rPr>
              <a:t>@transaction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atomic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ValidationError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xato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Band saqlanadi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Band BEKOR qilinadi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Yarim saqlanadi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 yutiladi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89/96 — Biznes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6A6A76"/>
                </a:solidFill>
                <a:latin typeface="DejaVu Sans Mono"/>
              </a:rPr>
              <a:t># 4-marta band qilishga urinish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4755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4755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-X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.../api/bandlar/band_qil/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1094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1094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-H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'Authorization: Bearer &lt;token&gt;'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27433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27433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'{"kitob_id": 5}'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-i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head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-3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HTTP/1.1 400 Bad Request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Content-Type: application/json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["Bir vaqtda 3 tadan ko'p bo'lmaydi"]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BR-02 qoidasi ishladi: 400 va aniq xabar. Client shu xabarni foydalanuvchiga ko'rsatadi. Bazaga hech nima yozilmadi — tranzaksiya bekor bo'ldi.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89/96 — Biznes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biznes mantiq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db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8000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8000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9735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9735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1469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1469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C9A961"/>
                </a:solidFill>
                <a:latin typeface="DejaVu Sans Mono"/>
              </a:rPr>
              <a:t>@transaction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83204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83204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kitob_id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4938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04938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objects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26673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26673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    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__________________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48407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48407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    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kitob_id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70142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70142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91876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91876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bosh_nusxalar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13611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13611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ValidationError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Bo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sh nusxa yo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q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35345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35345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57080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57080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Tranzaksiya moduli — 11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Tranzaksiya dekoratori — 6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Qatorni qulflaydigan metod — select_for_…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Xatoni ko'taradigan kalit so'z.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89/96 — Biznes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177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177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4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98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4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98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4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98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05975"/>
            <a:ext cx="219456" cy="177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05975"/>
            <a:ext cx="4876641" cy="177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4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98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4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98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4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98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4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98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4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98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4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98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4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98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Bo'sh nusxa tekshiruvini qo'shing.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@transaction.atomic va select_for_update qo'shing.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Maksimal band soni qoidasini qo'shing.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89/96 — Biznes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Loyihangizning biznes qoidalarini ro'yxat qiling.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services.py yozib, mantiqni view'dan ajrating.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@action bilan custom endpointlar qo'shing va sinang.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89/96 — Biznes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view ichida 50 satr biznes mantiq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services.py da mantiq, view'da 5 satr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View'dagi mantiqni testlash uchun HTTP kerak — sekin va murakkab.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select_for_update()  # atomic'siz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@transaction.atomic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...select_for_update()...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select_for_update faqat tranzaksiya ichida ishlaydi.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kitob.bosh_nusxalar &lt; 1: return None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raise ValidationError('Bo\'sh nusxa yo\'q')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None qaytarish sababni yashiradi — client nima bo'lganini bilmaydi.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89/96 — Biznes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Tranzaksiya nima uchun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select_for_update nimadan himoya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Nima uchun mantiq view'dan ajratiladi?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basename qachon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Seed nima uchun kerak?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89/96 — Biznes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Biznes qoidalarni AVVAL ro'yxat qiling, keyin kodga o'giring. Har qoidaga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Bir nechta amal birga bajarilishi kerak bo'lsa — @transaction.atomic.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Mantiqni services.py ga ajrating — view faqat HTTP bilan ishlasin.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89/96 — Biznes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Loyiha asosiy funksiyalarini yozish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88: API — asosiy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86: DB dizayn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77: Redis &amp; Caching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Auth &amp;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Loyiha ishlayapti. Lekin har kim boshqaning bandini ko'ra olayaptimi? Buni tekshirib ko'raylik.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89: Biznes logika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Yakuniy loyiha</cp:category>
</cp:coreProperties>
</file>