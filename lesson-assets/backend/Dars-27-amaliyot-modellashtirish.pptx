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Amaliyot: modellashtirish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9-hafta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Amaliyot darsi: real dunyo obyektlarini class bilan modellashtirishni mashq qilamiz.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Real obyektni atribut va metodlarga ajrata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Bir nechta obyektni ro'yxatda boshqara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Obyektlar ustida sikl va shart ishlata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Qaysi ma'lumot atribut, qaysi harakat metod bo'lishini tanlay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«Atribut va metod»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Atributlar (o'zgaruvchilar) va metodlar (funksiyalar)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(Metodlari bor 'Mashina' classini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Modellashtirish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Real narsani kod bilan ifodalash.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Abstraksiya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Faqat kerakli tafsilotlarni olish.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Obyektlar ro'yxati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[obj1, obj2, …] — sikl bilan boshqariladi.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__str__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print(obyekt) da nima chiqishini belgilaydi.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Class atributi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Barcha obyektlarga umumiy qiymat.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Instance atributi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Har obyektning o'ziga xos qiymati.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Modellashtirishda birinchi savol: bu narsa NIMA va NIMA QILADI?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Otlarni yozing → atributlar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Fe'llarni yozing → metodlar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Faqat KERAKLI tafsilotni oling — abstraksiya.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Telefon uchun rangi kerak bo'lishi mumkin, atom soni — yo'q.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telefon.py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Telefon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  Otlar: marka, model, zaryad, yoqilgan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  Fe'llar: yoq(), ochir(), qongir_qil()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657600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marka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zaryad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4727448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qongiroq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raqam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zaryad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Zaryad kam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zaryad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raqam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 ga qo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ng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iroq...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__str__ metodi obyektni chiroyli chop etish imkonini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__str__ bo'lmasa print(obj) → &lt;__main__.T object at 0x...&gt;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__str__ matn qaytarishi SHART (return, print emas).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print(obj) va str(obj) shu metodni chaqiradi.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Debug qilishni ancha osonlashtiradi.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str.py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71260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71260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92689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92689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14118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14118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7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35547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35547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7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ball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56976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56976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260117"/>
            <a:ext cx="5367363" cy="22142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278405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78405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499834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499834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27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 — 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27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 ball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721263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721263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942692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942692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164121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164121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C9A961"/>
                </a:solidFill>
                <a:latin typeface="DejaVu Sans Mono"/>
              </a:rPr>
              <a:t>85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5367262"/>
            <a:ext cx="5367363" cy="22142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5385550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85550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1227" b="0" i="0">
                <a:solidFill>
                  <a:srgbClr val="6A6A76"/>
                </a:solidFill>
                <a:latin typeface="DejaVu Sans Mono"/>
              </a:rPr>
              <a:t># Ali — 85 ball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Obyektlarni ro'yxatga solib, sikl bilan boshqaramiz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Obyekt ham oddiy qiymat — ro'yxatga solsa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 t in talabalar: — har obyektga murojaat qilamiz.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Filtrlash, sanash, o'rtacha topish — hammasi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Django ORM QuerySet'ining asosidagi g'oya.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royxat.py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93628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93628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76210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76210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C9A961"/>
                </a:solidFill>
                <a:latin typeface="DejaVu Sans Mono"/>
              </a:rPr>
              <a:t>85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58792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58792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C9A961"/>
                </a:solidFill>
                <a:latin typeface="DejaVu Sans Mono"/>
              </a:rPr>
              <a:t>92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41374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41374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Bek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C9A961"/>
                </a:solidFill>
                <a:latin typeface="DejaVu Sans Mono"/>
              </a:rPr>
              <a:t>45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23956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23956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06538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06538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370832"/>
            <a:ext cx="5367363" cy="18258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389120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389120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571702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571702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holat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tdi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yiqildi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754284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754284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: 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holat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936866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936866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5101160"/>
            <a:ext cx="5367363" cy="18258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5119448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119448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302030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302030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rtacha: 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.1f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«Hayvon» classini modellashtirib, bog' yaratamiz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hayvonlar.py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Hayvon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"""Hayvonot bog'idagi bitta hayvon."""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tur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tur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toq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416165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ovqatlan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toq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ovqatlandi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ovoz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ovoz chiqardi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" y="510843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holat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och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toq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tur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,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) —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holat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bog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Hayvon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Sherzod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sher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Hayvon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Kichkina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mushuk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" y="659622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ovqatlan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Boshlang'ich holat — hamma hayvon och.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Metod holatni o'zgartiradi VA xabar qaytaradi.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__str__ — print(h) chaqirilganda shu ishlaydi.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28-satr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 xil obyekt ovqatlangandan keyin boshqacha chop etiladi — holat o'zgardi.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print(a)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T(5)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&lt;__main__.T object at 0x…&gt;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581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5811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286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2862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991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9913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96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9640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014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0149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1065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10658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T(x=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8116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81167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5167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5167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32218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32218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T(x=5)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__str__ bo'lmasa &lt;__main__.T object at 0x7f…&gt; chiqardi — foydasiz. __str__ qo'shilgach print biz xohlagan matnni ko'rsatdi.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obyekt chiroyli chiqsin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3134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3134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5535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5535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sahifa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7936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7936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4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0337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0337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4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sahifa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sahifa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2738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2738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5139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5139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4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 (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4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sahifa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 bet)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59941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59941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2342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2342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kitoblar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Alpomish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C9A961"/>
                </a:solidFill>
                <a:latin typeface="DejaVu Sans Mono"/>
              </a:rPr>
              <a:t>300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Sarob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C9A961"/>
                </a:solidFill>
                <a:latin typeface="DejaVu Sans Mono"/>
              </a:rPr>
              <a:t>250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4743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4743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27144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27144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kitoblar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49545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49545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print(obj) da chaqiriladigan maxsus metod.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matn QAYTARISH kerak, chiqarish emas.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Oxirgi bo'sh joylar: ro'yxat bo'ylab yurish kalit so'zlari.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marka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zaryad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ishlat() metodi qo'shing — zaryadni 10 ga kamaytirsin.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zaryad 0 dan pastga tushmasin.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__str__ qo'shing — marka va zaryadni ko'rsatsin.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«Telefon» classini yarating: marka, zaryad + qongiroq() metodi.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«Hayvon» classini yarating va __str__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5 ta obyektni ro'yxatga solib, shartga ko'ra filtrlab chiqaring.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__str__(self):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print(self.ism)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__str__(self):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self.ism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__str__ matn QAYTARISHI kerak. print yozilsa None qaytadi va TypeError chiqadi.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t in talabalar: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print(t.ism())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t in talabalar: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print(t.ism)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ism — atribut, metod emas. Qavs qo'yilmaydi.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talabalar = [Talaba, Talaba]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talabalar = [Talaba("Ali", 5), Talaba("Bek", 7)]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Class'ning o'zi emas, obyektlar ro'yxatga solinadi.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Obyektni modellashtirishda ot va fe'l nimaga aylanadi?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__str__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Obyektlarni ro'yxatda saqlash mumkinmi?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Metodning birinchi parametri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Class va obyekt farqi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Modellashtirish: otlar → atribut, fe'llar → metod. Faqat kerakli tafsilot.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__str__ obyektni chiroyli chop etadi. Matn QAYTARISHI shart.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Obyektlarni ro'yxatga solib, sikl va shart bilan boshqarish mumkin.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27/96 — Amaliyot: modellashtirish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'Hayvon' yoki 'Telefon' classini yaratish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26: Atribut va metod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24: Xatoliklar + Loyiha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15: Set (to'plam)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Inheritance (meros)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«Talaba» ham, «O'qituvchi» ham — odam. Ism va yoshni ikki marta yozish o'rniga umumiy qism yasasa bo'lmaydimi?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27: Amaliyot: modellashtirish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OOP</cp:category>
</cp:coreProperties>
</file>