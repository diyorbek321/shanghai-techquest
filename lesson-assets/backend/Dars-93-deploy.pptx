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93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Deploy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149047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Yakuniy loyiha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78608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8-oy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9856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31-hafta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Deploy kuni — loyihangiz internetda jonli ishlaydi.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93/96 — Deploy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Loyihani ishlab chiqarish muhitiga chiqara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Deploy'dan keyingi tekshiruvni bajara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Xatolarni loglar orqali topa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Monitoring va zaxira nusxani sozlay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93/96 — Deploy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«Hujjatlash»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Swagger/OpenAPI (drf-yasg) bilan API hujjatlash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(API hujjatini tayyorlash…)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93/96 — Deploy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Haqiqiy foydalanuvchilar ishlaydigan muhit.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Smoke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Deploy'dan keyingi asosiy tekshiruv.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Rollback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Oldingi ishlaydigan versiyaga qaytish.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Logging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Voqealarni yozib borish.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Sentry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Xatolarni avtomatik yig'uvchi xizmat.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Backup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Bazaning zaxira nusxasi.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93/96 — Deploy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Deploy'dan oldingi va keyingi tekshiruv ro'yxati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Oldin: testlar o'tdi, check --deploy toza, .env to'ldirilgan.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Keyin: smoke test — asosiy oqimlar ishlaydimi?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Loglarni ko'ring — xato yo'qmi?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Rollback rejasi tayyor bo'lsin.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checklist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6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DEPLOY'DAN OLDIN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40964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40964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□ pytest — hamma test o'tdi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319272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319272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□ python manage.py check --deploy — toza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497580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497580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□ DEBUG=False, SECRET_KEY .env'da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675888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675888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□ ALLOWED_HOSTS to'g'ri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85419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854196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□ requirements.txt yangilangan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032504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032504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□ migratsiyalar commit qilingan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210812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210812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389120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389120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DEPLOY'DAN KEYIN (smoke test)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567428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567428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□ Bosh sahifa ochiladi (200)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474573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4745736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□ /api/docs/ ishlaydi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4924044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4924044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□ Register → login → token oldi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5102352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5102352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□ Asosiy CRUD ishlaydi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5280660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5280660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□ Static fayllar (CSS) yuklanadi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1683" y="5458968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5458968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□ Loglarda ERROR yo'q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1683" y="563727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2579" y="5637276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□ HTTPS ishlaydi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93/96 — Deploy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Logging — prod'da xatoni topishning yagona yo'li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print() prod'da ko'rinmaydi — logging ishlating.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Darajalar: DEBUG, INFO, WARNING, ERROR, CRITICAL.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Prod'da INFO va undan yuqorisi yoziladi.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Sentry — xatolarni avtomatik yig'adi va xabar beradi.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logging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settings/prod.py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09791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LOGGING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{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23316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version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36841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disable_existing_loggers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False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50367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formatters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{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63892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verbose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{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377418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format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{levelname}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{asctime}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390943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      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{name}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{message}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04468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style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17994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431519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445045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handlers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{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458570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console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{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472095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logging.StreamHandler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1683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485621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formatter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verbose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1683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2579" y="499146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1683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2579" y="512672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65379" y="5243686"/>
            <a:ext cx="536736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211683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22579" y="526197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root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handlers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console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1683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22579" y="539722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level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INFO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1683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22579" y="553248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A9AA6"/>
                </a:solidFill>
                <a:latin typeface="DejaVu Sans Mono"/>
              </a:rPr>
              <a:t>}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1683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22579" y="566773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11683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22579" y="580299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Kodda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11683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22579" y="593824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logging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65379" y="6055210"/>
            <a:ext cx="536736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6211683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22579" y="607349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logger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logging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getLogger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__name__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11683" y="620875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22579" y="620875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logger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info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Band yaratildi: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%s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band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11683" y="634400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22579" y="634400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logger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error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Band xatosi: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%s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xato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93/96 — Deploy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Backup — ma'lumot yo'qolishi eng qimmat xato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Bazani muntazam zaxiralang (kuniga kamida bir marta).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Zaxira boshqa joyda saqlansin.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TIKLASHNI ham sinab ko'ring — zaxira ishlaydimi?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PaaS'larda avtomatik backup bo'ladi — yoqib qo'ying.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backup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6A6A76"/>
                </a:solidFill>
                <a:latin typeface="DejaVu Sans Mono"/>
              </a:rPr>
              <a:t># Qo'lda backup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5285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5285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pg_dump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-U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dev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kutubxona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|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gzip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&gt;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\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34304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34304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backup_</a:t>
            </a:r>
            <a:r>
              <a:rPr sz="1054" b="0" i="0">
                <a:solidFill>
                  <a:srgbClr val="E5C87A"/>
                </a:solidFill>
                <a:latin typeface="DejaVu Sans Mono"/>
              </a:rPr>
              <a:t>$(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date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+%F</a:t>
            </a:r>
            <a:r>
              <a:rPr sz="1054" b="0" i="0">
                <a:solidFill>
                  <a:srgbClr val="E5C87A"/>
                </a:solidFill>
                <a:latin typeface="DejaVu Sans Mono"/>
              </a:rPr>
              <a:t>)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.sql.gz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53324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53324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72343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72343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6A6A76"/>
                </a:solidFill>
                <a:latin typeface="DejaVu Sans Mono"/>
              </a:rPr>
              <a:t># Tiklash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91363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91363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gunzip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-c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backup_2026-08-01.sql.gz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|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\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10382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10382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psql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-U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dev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kutubxona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29402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29402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48421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48421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6A6A76"/>
                </a:solidFill>
                <a:latin typeface="DejaVu Sans Mono"/>
              </a:rPr>
              <a:t># Avtomatik (cron — har kuni 03:00)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67441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67441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6A6A76"/>
                </a:solidFill>
                <a:latin typeface="DejaVu Sans Mono"/>
              </a:rPr>
              <a:t># crontab -e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486460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486460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C9A961"/>
                </a:solidFill>
                <a:latin typeface="DejaVu Sans Mono"/>
              </a:rPr>
              <a:t>0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*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*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*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/usr/bin/pg_dump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-U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dev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kutubxona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\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505480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505480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|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gzip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&gt;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/backups/db_</a:t>
            </a:r>
            <a:r>
              <a:rPr sz="1054" b="0" i="0">
                <a:solidFill>
                  <a:srgbClr val="E5C87A"/>
                </a:solidFill>
                <a:latin typeface="DejaVu Sans Mono"/>
              </a:rPr>
              <a:t>$(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date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+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\%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054" b="0" i="0">
                <a:solidFill>
                  <a:srgbClr val="E5C87A"/>
                </a:solidFill>
                <a:latin typeface="DejaVu Sans Mono"/>
              </a:rPr>
              <a:t>)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.sql.gz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524499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524499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543519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543519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6A6A76"/>
                </a:solidFill>
                <a:latin typeface="DejaVu Sans Mono"/>
              </a:rPr>
              <a:t># Eski zaxiralarni tozalash (30 kundan eski)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1683" y="562538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562538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find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/backups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-name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'*.sql.gz'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-mtime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+30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-delete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93/96 — Deploy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Loyihani serverga chiqarib, tekshirib chiqamiz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── 1) Oxirgi tekshiruv ──────────────────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0979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pytest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2331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DJANGO_SETTINGS_MODULE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config.settings.prod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\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3684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python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manage.py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check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--deploy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50367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63892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── 2) Commit va push ────────────────────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377418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add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390943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commit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-m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'feat: yakuniy loyiha v1.0'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952" y="4026400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05256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6152" y="404468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tag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v1.0.0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6152" y="417994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push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&amp;&amp;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push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--tags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6152" y="431519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6152" y="445045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── 3) Deploy (Railway avtomatik) ────────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16152" y="458570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  yoki Docker bilan serverda: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16152" y="472095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ssh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dev@server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16152" y="485621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AB8E0"/>
                </a:solidFill>
                <a:latin typeface="DejaVu Sans Mono"/>
              </a:rPr>
              <a:t>cd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/var/www/kutubxona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16152" y="499146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pull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16152" y="512672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docker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compose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up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-d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--build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58952" y="5243686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905256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16152" y="526197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docker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compose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exec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web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\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16152" y="539722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python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manage.py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migrate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--noinput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6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16152" y="553248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docker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compose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exec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web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\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256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16152" y="566773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python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manage.py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collectstatic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--noinput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5256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16152" y="580299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16152" y="593824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── 4) Smoke test ────────────────────────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5256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16152" y="607349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curl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-sI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https://kutubxona.uz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|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head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-1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58952" y="6190464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905256" y="620875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16152" y="620875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curl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-sI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https://kutubxona.uz/api/docs/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|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head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-1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5256" y="634400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16152" y="634400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5256" y="647926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16152" y="647926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curl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-s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-X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https://kutubxona.uz/api/token/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\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5256" y="661451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16152" y="661451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-H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'Content-Type: application/json'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\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5256" y="674976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16152" y="674976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-d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'{"username":"demo","password":"..."}'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\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5256" y="688502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16152" y="688502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|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head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-c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60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5256" y="702027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16152" y="702027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05256" y="715553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216152" y="715553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── 5) Loglar ────────────────────────────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58952" y="7272496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905256" y="729078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216152" y="729078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docker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compose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logs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--tail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50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web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|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grep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-i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error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05256" y="742603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16152" y="742603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05256" y="756129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216152" y="756129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── 6) Backup sozlash ────────────────────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05256" y="769654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216152" y="769654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crontab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-l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9-satr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git tag — versiya belgisi. Rollback kerak bo'lsa shu nuqtaga qaytiladi.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Rectangle 92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TextBox 93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18-satr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migrate --noinput — interaktiv savol so'ramaydi. Avtomatlashtirish uchun shart.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Rectangle 96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25-satr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Smoke test — eng asosiy oqimlar. 5 daqiqa vaqt oladi, katta muammolardan saqlaydi.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Rectangle 100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TextBox 101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33-satr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grep -i error — loglarda xato bor-yo'qligini darhol ko'rsatadi.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93/96 — Deploy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Deploy'dan keyin birinchi navbatda nima qilinadi?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# deploy tugadi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Dam olish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Smoke test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Yangi funksiya yozish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Reklama qilish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93/96 — Deploy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1937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7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1937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74" b="0" i="0">
                <a:solidFill>
                  <a:srgbClr val="FFFFFF"/>
                </a:solidFill>
                <a:latin typeface="DejaVu Sans Mono"/>
              </a:rPr>
              <a:t>curl</a:t>
            </a:r>
            <a:r>
              <a:rPr sz="10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74" b="0" i="0">
                <a:solidFill>
                  <a:srgbClr val="FFFFFF"/>
                </a:solidFill>
                <a:latin typeface="DejaVu Sans Mono"/>
              </a:rPr>
              <a:t>-sI</a:t>
            </a:r>
            <a:r>
              <a:rPr sz="10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74" b="0" i="0">
                <a:solidFill>
                  <a:srgbClr val="FFFFFF"/>
                </a:solidFill>
                <a:latin typeface="DejaVu Sans Mono"/>
              </a:rPr>
              <a:t>https://kutubxona.uz</a:t>
            </a:r>
            <a:r>
              <a:rPr sz="10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74" b="0" i="0">
                <a:solidFill>
                  <a:srgbClr val="9A9AA6"/>
                </a:solidFill>
                <a:latin typeface="DejaVu Sans Mono"/>
              </a:rPr>
              <a:t>|</a:t>
            </a:r>
            <a:r>
              <a:rPr sz="10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74" b="0" i="0">
                <a:solidFill>
                  <a:srgbClr val="FFFFFF"/>
                </a:solidFill>
                <a:latin typeface="DejaVu Sans Mono"/>
              </a:rPr>
              <a:t>head</a:t>
            </a:r>
            <a:r>
              <a:rPr sz="10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74" b="0" i="0">
                <a:solidFill>
                  <a:srgbClr val="FFFFFF"/>
                </a:solidFill>
                <a:latin typeface="DejaVu Sans Mono"/>
              </a:rPr>
              <a:t>-3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22117"/>
            <a:ext cx="219456" cy="1937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7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22117"/>
            <a:ext cx="4876641" cy="1937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74" b="0" i="0">
                <a:solidFill>
                  <a:srgbClr val="FFFFFF"/>
                </a:solidFill>
                <a:latin typeface="DejaVu Sans Mono"/>
              </a:rPr>
              <a:t>curl</a:t>
            </a:r>
            <a:r>
              <a:rPr sz="10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74" b="0" i="0">
                <a:solidFill>
                  <a:srgbClr val="FFFFFF"/>
                </a:solidFill>
                <a:latin typeface="DejaVu Sans Mono"/>
              </a:rPr>
              <a:t>-s</a:t>
            </a:r>
            <a:r>
              <a:rPr sz="10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74" b="0" i="0">
                <a:solidFill>
                  <a:srgbClr val="FFFFFF"/>
                </a:solidFill>
                <a:latin typeface="DejaVu Sans Mono"/>
              </a:rPr>
              <a:t>https://kutubxona.uz/api/kitoblar/</a:t>
            </a:r>
            <a:r>
              <a:rPr sz="10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74" b="0" i="0">
                <a:solidFill>
                  <a:srgbClr val="9A9AA6"/>
                </a:solidFill>
                <a:latin typeface="DejaVu Sans Mono"/>
              </a:rPr>
              <a:t>|</a:t>
            </a:r>
            <a:r>
              <a:rPr sz="10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74" b="0" i="0">
                <a:solidFill>
                  <a:srgbClr val="FFFFFF"/>
                </a:solidFill>
                <a:latin typeface="DejaVu Sans Mono"/>
              </a:rPr>
              <a:t>head</a:t>
            </a:r>
            <a:r>
              <a:rPr sz="10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74" b="0" i="0">
                <a:solidFill>
                  <a:srgbClr val="FFFFFF"/>
                </a:solidFill>
                <a:latin typeface="DejaVu Sans Mono"/>
              </a:rPr>
              <a:t>-c</a:t>
            </a:r>
            <a:r>
              <a:rPr sz="10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74" b="0" i="0">
                <a:solidFill>
                  <a:srgbClr val="C9A961"/>
                </a:solidFill>
                <a:latin typeface="DejaVu Sans Mono"/>
              </a:rPr>
              <a:t>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715818"/>
            <a:ext cx="219456" cy="1937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7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715818"/>
            <a:ext cx="4876641" cy="1937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74" b="0" i="0">
                <a:solidFill>
                  <a:srgbClr val="FFFFFF"/>
                </a:solidFill>
                <a:latin typeface="DejaVu Sans Mono"/>
              </a:rPr>
              <a:t>docker</a:t>
            </a:r>
            <a:r>
              <a:rPr sz="10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74" b="0" i="0">
                <a:solidFill>
                  <a:srgbClr val="FFFFFF"/>
                </a:solidFill>
                <a:latin typeface="DejaVu Sans Mono"/>
              </a:rPr>
              <a:t>compose</a:t>
            </a:r>
            <a:r>
              <a:rPr sz="10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74" b="0" i="0">
                <a:solidFill>
                  <a:srgbClr val="FFFFFF"/>
                </a:solidFill>
                <a:latin typeface="DejaVu Sans Mono"/>
              </a:rPr>
              <a:t>logs</a:t>
            </a:r>
            <a:r>
              <a:rPr sz="10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74" b="0" i="0">
                <a:solidFill>
                  <a:srgbClr val="FFFFFF"/>
                </a:solidFill>
                <a:latin typeface="DejaVu Sans Mono"/>
              </a:rPr>
              <a:t>--tail</a:t>
            </a:r>
            <a:r>
              <a:rPr sz="107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74" b="0" i="0">
                <a:solidFill>
                  <a:srgbClr val="C9A961"/>
                </a:solidFill>
                <a:latin typeface="DejaVu Sans Mono"/>
              </a:rPr>
              <a:t>20</a:t>
            </a:r>
            <a:r>
              <a:rPr sz="10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74" b="0" i="0">
                <a:solidFill>
                  <a:srgbClr val="FFFFFF"/>
                </a:solidFill>
                <a:latin typeface="DejaVu Sans Mono"/>
              </a:rPr>
              <a:t>web</a:t>
            </a:r>
            <a:r>
              <a:rPr sz="10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74" b="0" i="0">
                <a:solidFill>
                  <a:srgbClr val="9A9AA6"/>
                </a:solidFill>
                <a:latin typeface="DejaVu Sans Mono"/>
              </a:rPr>
              <a:t>|</a:t>
            </a:r>
            <a:r>
              <a:rPr sz="10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74" b="0" i="0">
                <a:solidFill>
                  <a:srgbClr val="FFFFFF"/>
                </a:solidFill>
                <a:latin typeface="DejaVu Sans Mono"/>
              </a:rPr>
              <a:t>grep</a:t>
            </a:r>
            <a:r>
              <a:rPr sz="10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74" b="0" i="0">
                <a:solidFill>
                  <a:srgbClr val="FFFFFF"/>
                </a:solidFill>
                <a:latin typeface="DejaVu Sans Mono"/>
              </a:rPr>
              <a:t>-ci</a:t>
            </a:r>
            <a:r>
              <a:rPr sz="10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74" b="0" i="0">
                <a:solidFill>
                  <a:srgbClr val="FFFFFF"/>
                </a:solidFill>
                <a:latin typeface="DejaVu Sans Mono"/>
              </a:rPr>
              <a:t>error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2" b="0" i="0">
                <a:solidFill>
                  <a:srgbClr val="FFFFFF"/>
                </a:solidFill>
                <a:latin typeface="DejaVu Sans Mono"/>
              </a:rPr>
              <a:t>HTTP/2 200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2" b="0" i="0">
                <a:solidFill>
                  <a:srgbClr val="FFFFFF"/>
                </a:solidFill>
                <a:latin typeface="DejaVu Sans Mono"/>
              </a:rPr>
              <a:t>server: nginx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2" b="0" i="0">
                <a:solidFill>
                  <a:srgbClr val="FFFFFF"/>
                </a:solidFill>
                <a:latin typeface="DejaVu Sans Mono"/>
              </a:rPr>
              <a:t>strict-transport-security: max-age=31536000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2" b="0" i="0">
                <a:solidFill>
                  <a:srgbClr val="FFFFFF"/>
                </a:solidFill>
                <a:latin typeface="DejaVu Sans Mono"/>
              </a:rPr>
              <a:t> 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2" b="0" i="0">
                <a:solidFill>
                  <a:srgbClr val="FFFFFF"/>
                </a:solidFill>
                <a:latin typeface="DejaVu Sans Mono"/>
              </a:rPr>
              <a:t>{"count":24,"next":null,"results":[{"id":1,"nom":"O'tk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2" b="0" i="0">
                <a:solidFill>
                  <a:srgbClr val="FFFFFF"/>
                </a:solidFill>
                <a:latin typeface="DejaVu Sans Mono"/>
              </a:rPr>
              <a:t> 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2" b="0" i="0">
                <a:solidFill>
                  <a:srgbClr val="FFFFFF"/>
                </a:solidFill>
                <a:latin typeface="DejaVu Sans Mono"/>
              </a:rPr>
              <a:t>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200 va HTTPS ishlayapti (HSTS header bor). API ma'lumot qaytaryapti. Loglarda 0 ta xato. Deploy muvaffaqiyatli.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93/96 — Deploy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deploy qadamlari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6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6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6A6A76"/>
                </a:solidFill>
                <a:latin typeface="DejaVu Sans Mono"/>
              </a:rPr>
              <a:t># Tekshiruv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180006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180006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python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manage.py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_____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--deploy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39735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39735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______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614696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614696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83204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83204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6A6A76"/>
                </a:solidFill>
                <a:latin typeface="DejaVu Sans Mono"/>
              </a:rPr>
              <a:t># Deploy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049386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049386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____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26673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26673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docker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compose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up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-d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--_____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484076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484076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docker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compose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7AB8E0"/>
                </a:solidFill>
                <a:latin typeface="DejaVu Sans Mono"/>
              </a:rPr>
              <a:t>exec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web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python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manage.py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_______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70142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70142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docker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compose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7AB8E0"/>
                </a:solidFill>
                <a:latin typeface="DejaVu Sans Mono"/>
              </a:rPr>
              <a:t>exec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web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6EC27A"/>
                </a:solidFill>
                <a:latin typeface="DejaVu Sans Mono"/>
              </a:rPr>
              <a:t>\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4918766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918766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python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manage.py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_____________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--noinput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513611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513611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5353456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5353456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6A6A76"/>
                </a:solidFill>
                <a:latin typeface="DejaVu Sans Mono"/>
              </a:rPr>
              <a:t># Loglarni tekshirish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557080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152" y="557080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docker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compose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____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--tail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05" b="0" i="0">
                <a:solidFill>
                  <a:srgbClr val="C9A961"/>
                </a:solidFill>
                <a:latin typeface="DejaVu Sans Mono"/>
              </a:rPr>
              <a:t>50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web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Django xavfsizlik tekshiruvi — 5 harf.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Testlarni ishga tushiruvchi — 6 harf.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Image'ni qayta quradigan bayroq.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Static fayllarni yig'adi — collect… 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93/96 — Deploy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push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A6A76"/>
                </a:solidFill>
                <a:latin typeface="DejaVu Sans Mono"/>
              </a:rPr>
              <a:t># deploy tugadi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Deploy'dan oldingi tekshiruv ro'yxatini bajaring.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Smoke test skriptini yozing.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Backup uchun cron sozlang.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93/96 — Deploy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Loyihani ishlab chiqarish muhitiga chiqaring.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Smoke test o'tkazib, natijalarni yozing.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Loglarni tekshirib, topilgan xatolarni tuzating.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93/96 — Deploy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# deploy'dan keyin hech narsa tekshirilmadi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# smoke test: bosh sahifa, auth, CRUD, static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Muammoni foydalanuvchi emas, siz birinchi topishingiz kerak.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# backup yo'q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0 3 * * * pg_dump ... &gt; backup.sql.gz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Backupsiz bitta xato butun ma'lumotni yo'qotadi.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logger.info(f'User {user.id}')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logger.info('User %s', user.id)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%s bilan yozing — log yozilmasa satr umuman formatlanmaydi (tezroq).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93/96 — Deploy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Smoke test nima?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Nima uchun print emas, logging ishlatiladi?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Backup nima uchun sinab ko'riladi?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N+1 muammosi nima?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92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Test piramidasi nima?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91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93/96 — Deploy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Deploy'dan oldin: testlar, check --deploy, .env. Keyin: smoke test va loglar.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Prod'da print ishlamaydi — logging va Sentry ishlating.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Backup sozlang VA tiklashni sinab ko'ring. Sinalmagan zaxira — zaxira emas.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93/96 — Deploy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Loyihani internetga chiqarish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92: Hujjatlash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90: Auth &amp; Review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81: docker-compose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Portfolio &amp; CV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Loyiha internetda. Endi uni ish beruvchiga qanday ko'rsatamiz?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93: Deploy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Yakuniy loyiha</cp:category>
</cp:coreProperties>
</file>